
<file path=[Content_Types].xml><?xml version="1.0" encoding="utf-8"?>
<Types xmlns="http://schemas.openxmlformats.org/package/2006/content-types">
  <Override PartName="/ppt/slideLayouts/slideLayout8.xml" ContentType="application/vnd.openxmlformats-officedocument.presentationml.slideLayout+xml"/>
  <Override PartName="/ppt/slides/slide68.xml" ContentType="application/vnd.openxmlformats-officedocument.presentationml.slide+xml"/>
  <Override PartName="/ppt/slides/slide28.xml" ContentType="application/vnd.openxmlformats-officedocument.presentationml.slide+xml"/>
  <Override PartName="/ppt/slides/slide66.xml" ContentType="application/vnd.openxmlformats-officedocument.presentationml.slide+xml"/>
  <Override PartName="/ppt/embeddings/Microsoft_Equation22.bin" ContentType="application/vnd.openxmlformats-officedocument.oleObject"/>
  <Override PartName="/ppt/embeddings/Microsoft_Equation74.bin" ContentType="application/vnd.openxmlformats-officedocument.oleObject"/>
  <Override PartName="/docProps/app.xml" ContentType="application/vnd.openxmlformats-officedocument.extended-properties+xml"/>
  <Override PartName="/ppt/embeddings/Microsoft_Equation29.bin" ContentType="application/vnd.openxmlformats-officedocument.oleObject"/>
  <Override PartName="/ppt/slides/slide11.xml" ContentType="application/vnd.openxmlformats-officedocument.presentationml.slide+xml"/>
  <Override PartName="/ppt/embeddings/Microsoft_Equation39.bin" ContentType="application/vnd.openxmlformats-officedocument.oleObject"/>
  <Override PartName="/ppt/slides/slide47.xml" ContentType="application/vnd.openxmlformats-officedocument.presentationml.slide+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24.xml" ContentType="application/vnd.openxmlformats-officedocument.presentationml.slideLayout+xml"/>
  <Override PartName="/ppt/embeddings/Microsoft_Equation20.bin" ContentType="application/vnd.openxmlformats-officedocument.oleObject"/>
  <Override PartName="/ppt/slides/slide1.xml" ContentType="application/vnd.openxmlformats-officedocument.presentationml.slide+xml"/>
  <Override PartName="/ppt/tableStyles.xml" ContentType="application/vnd.openxmlformats-officedocument.presentationml.tableStyles+xml"/>
  <Default Extension="wmf" ContentType="image/x-wmf"/>
  <Override PartName="/ppt/embeddings/oleObject22.bin" ContentType="application/vnd.openxmlformats-officedocument.oleObject"/>
  <Override PartName="/ppt/embeddings/Microsoft_Equation12.bin" ContentType="application/vnd.openxmlformats-officedocument.oleObject"/>
  <Override PartName="/ppt/embeddings/Microsoft_Equation42.bin" ContentType="application/vnd.openxmlformats-officedocument.oleObject"/>
  <Override PartName="/ppt/embeddings/Microsoft_Equation11.bin" ContentType="application/vnd.openxmlformats-officedocument.oleObject"/>
  <Override PartName="/ppt/handoutMasters/handoutMaster1.xml" ContentType="application/vnd.openxmlformats-officedocument.presentationml.handoutMaster+xml"/>
  <Override PartName="/ppt/embeddings/Microsoft_Equation23.bin" ContentType="application/vnd.openxmlformats-officedocument.oleObject"/>
  <Override PartName="/ppt/embeddings/Microsoft_Equation69.bin" ContentType="application/vnd.openxmlformats-officedocument.oleObject"/>
  <Default Extension="pict" ContentType="image/pict"/>
  <Override PartName="/ppt/slides/slide20.xml" ContentType="application/vnd.openxmlformats-officedocument.presentationml.slide+xml"/>
  <Override PartName="/ppt/slides/slide17.xml" ContentType="application/vnd.openxmlformats-officedocument.presentationml.slide+xml"/>
  <Override PartName="/ppt/slides/slide78.xml" ContentType="application/vnd.openxmlformats-officedocument.presentationml.slide+xml"/>
  <Override PartName="/ppt/slides/slide61.xml" ContentType="application/vnd.openxmlformats-officedocument.presentationml.slide+xml"/>
  <Override PartName="/ppt/slides/slide43.xml" ContentType="application/vnd.openxmlformats-officedocument.presentationml.slide+xml"/>
  <Override PartName="/ppt/slides/slide37.xml" ContentType="application/vnd.openxmlformats-officedocument.presentationml.slide+xml"/>
  <Override PartName="/ppt/embeddings/oleObject13.bin" ContentType="application/vnd.openxmlformats-officedocument.oleObject"/>
  <Override PartName="/ppt/slides/slide10.xml" ContentType="application/vnd.openxmlformats-officedocument.presentationml.slide+xml"/>
  <Override PartName="/ppt/slides/slide33.xml" ContentType="application/vnd.openxmlformats-officedocument.presentationml.slide+xml"/>
  <Default Extension="vml" ContentType="application/vnd.openxmlformats-officedocument.vmlDrawing"/>
  <Default Extension="png" ContentType="image/png"/>
  <Override PartName="/ppt/embeddings/Microsoft_Equation1.bin" ContentType="application/vnd.openxmlformats-officedocument.oleObject"/>
  <Override PartName="/ppt/slideLayouts/slideLayout26.xml" ContentType="application/vnd.openxmlformats-officedocument.presentationml.slideLayout+xml"/>
  <Override PartName="/docProps/core.xml" ContentType="application/vnd.openxmlformats-package.core-properties+xml"/>
  <Override PartName="/ppt/slides/slide56.xml" ContentType="application/vnd.openxmlformats-officedocument.presentationml.slide+xml"/>
  <Override PartName="/ppt/embeddings/Microsoft_Equation24.bin" ContentType="application/vnd.openxmlformats-officedocument.oleObject"/>
  <Override PartName="/ppt/slides/slide31.xml" ContentType="application/vnd.openxmlformats-officedocument.presentationml.slide+xml"/>
  <Override PartName="/ppt/embeddings/oleObject11.bin" ContentType="application/vnd.openxmlformats-officedocument.oleObject"/>
  <Default Extension="bin" ContentType="application/vnd.openxmlformats-officedocument.presentationml.printerSettings"/>
  <Override PartName="/ppt/slides/slide53.xml" ContentType="application/vnd.openxmlformats-officedocument.presentationml.slide+xml"/>
  <Override PartName="/ppt/slides/slide76.xml" ContentType="application/vnd.openxmlformats-officedocument.presentationml.slide+xml"/>
  <Override PartName="/ppt/slideLayouts/slideLayout19.xml" ContentType="application/vnd.openxmlformats-officedocument.presentationml.slideLayout+xml"/>
  <Override PartName="/ppt/embeddings/Microsoft_Equation3.bin" ContentType="application/vnd.openxmlformats-officedocument.oleObject"/>
  <Override PartName="/ppt/embeddings/Microsoft_Equation41.bin" ContentType="application/vnd.openxmlformats-officedocument.oleObject"/>
  <Override PartName="/ppt/slides/slide55.xml" ContentType="application/vnd.openxmlformats-officedocument.presentationml.slide+xml"/>
  <Override PartName="/ppt/embeddings/Microsoft_Equation61.bin" ContentType="application/vnd.openxmlformats-officedocument.oleObject"/>
  <Override PartName="/ppt/slideLayouts/slideLayout27.xml" ContentType="application/vnd.openxmlformats-officedocument.presentationml.slideLayout+xml"/>
  <Override PartName="/ppt/slides/slide19.xml" ContentType="application/vnd.openxmlformats-officedocument.presentationml.slide+xml"/>
  <Override PartName="/ppt/slides/slide41.xml" ContentType="application/vnd.openxmlformats-officedocument.presentationml.slide+xml"/>
  <Override PartName="/ppt/embeddings/Microsoft_Equation62.bin" ContentType="application/vnd.openxmlformats-officedocument.oleObject"/>
  <Override PartName="/ppt/embeddings/Microsoft_Equation76.bin" ContentType="application/vnd.openxmlformats-officedocument.oleObject"/>
  <Override PartName="/ppt/theme/theme2.xml" ContentType="application/vnd.openxmlformats-officedocument.theme+xml"/>
  <Override PartName="/ppt/theme/theme4.xml" ContentType="application/vnd.openxmlformats-officedocument.theme+xml"/>
  <Override PartName="/ppt/embeddings/Microsoft_Equation15.bin" ContentType="application/vnd.openxmlformats-officedocument.oleObject"/>
  <Override PartName="/ppt/slides/slide2.xml" ContentType="application/vnd.openxmlformats-officedocument.presentationml.slide+xml"/>
  <Override PartName="/ppt/embeddings/Microsoft_Equation77.bin" ContentType="application/vnd.openxmlformats-officedocument.oleObject"/>
  <Override PartName="/ppt/embeddings/Microsoft_Equation28.bin" ContentType="application/vnd.openxmlformats-officedocument.oleObject"/>
  <Override PartName="/ppt/embeddings/Microsoft_Equation54.bin" ContentType="application/vnd.openxmlformats-officedocument.oleObject"/>
  <Override PartName="/ppt/embeddings/Microsoft_Equation51.bin" ContentType="application/vnd.openxmlformats-officedocument.oleObject"/>
  <Override PartName="/ppt/embeddings/Microsoft_Equation63.bin" ContentType="application/vnd.openxmlformats-officedocument.oleObject"/>
  <Override PartName="/ppt/slides/slide45.xml" ContentType="application/vnd.openxmlformats-officedocument.presentationml.slide+xml"/>
  <Override PartName="/ppt/embeddings/oleObject19.bin" ContentType="application/vnd.openxmlformats-officedocument.oleObject"/>
  <Override PartName="/ppt/slideLayouts/slideLayout10.xml" ContentType="application/vnd.openxmlformats-officedocument.presentationml.slideLayout+xml"/>
  <Override PartName="/ppt/embeddings/oleObject6.bin" ContentType="application/vnd.openxmlformats-officedocument.oleObject"/>
  <Override PartName="/ppt/slides/slide54.xml" ContentType="application/vnd.openxmlformats-officedocument.presentationml.slide+xml"/>
  <Override PartName="/ppt/embeddings/Microsoft_Equation43.bin" ContentType="application/vnd.openxmlformats-officedocument.oleObject"/>
  <Override PartName="/ppt/embeddings/Microsoft_Equation16.bin" ContentType="application/vnd.openxmlformats-officedocument.oleObject"/>
  <Override PartName="/ppt/slides/slide58.xml" ContentType="application/vnd.openxmlformats-officedocument.presentationml.slide+xml"/>
  <Default Extension="xml" ContentType="application/xml"/>
  <Override PartName="/ppt/embeddings/Microsoft_Equation33.bin" ContentType="application/vnd.openxmlformats-officedocument.oleObject"/>
  <Override PartName="/ppt/slides/slide26.xml" ContentType="application/vnd.openxmlformats-officedocument.presentationml.slide+xml"/>
  <Override PartName="/ppt/slideMasters/slideMaster1.xml" ContentType="application/vnd.openxmlformats-officedocument.presentationml.slideMaster+xml"/>
  <Override PartName="/ppt/embeddings/Microsoft_Equation40.bin" ContentType="application/vnd.openxmlformats-officedocument.oleObject"/>
  <Override PartName="/ppt/slides/slide25.xml" ContentType="application/vnd.openxmlformats-officedocument.presentationml.slide+xml"/>
  <Override PartName="/ppt/embeddings/Microsoft_Equation73.bin" ContentType="application/vnd.openxmlformats-officedocument.oleObject"/>
  <Override PartName="/ppt/embeddings/Microsoft_Equation75.bin" ContentType="application/vnd.openxmlformats-officedocument.oleObject"/>
  <Override PartName="/ppt/embeddings/Microsoft_Equation48.bin" ContentType="application/vnd.openxmlformats-officedocument.oleObject"/>
  <Override PartName="/ppt/embeddings/oleObject5.bin" ContentType="application/vnd.openxmlformats-officedocument.oleObject"/>
  <Override PartName="/ppt/embeddings/Microsoft_Equation86.bin" ContentType="application/vnd.openxmlformats-officedocument.oleObject"/>
  <Override PartName="/ppt/slides/slide14.xml" ContentType="application/vnd.openxmlformats-officedocument.presentationml.slide+xml"/>
  <Override PartName="/ppt/slides/slide40.xml" ContentType="application/vnd.openxmlformats-officedocument.presentationml.slide+xml"/>
  <Override PartName="/ppt/slideLayouts/slideLayout18.xml" ContentType="application/vnd.openxmlformats-officedocument.presentationml.slideLayout+xml"/>
  <Override PartName="/ppt/embeddings/oleObject1.bin" ContentType="application/vnd.openxmlformats-officedocument.oleObject"/>
  <Override PartName="/ppt/embeddings/Microsoft_Equation10.bin" ContentType="application/vnd.openxmlformats-officedocument.oleObject"/>
  <Override PartName="/ppt/slides/slide44.xml" ContentType="application/vnd.openxmlformats-officedocument.presentationml.slide+xml"/>
  <Override PartName="/ppt/embeddings/oleObject23.bin" ContentType="application/vnd.openxmlformats-officedocument.oleObject"/>
  <Override PartName="/ppt/slides/slide49.xml" ContentType="application/vnd.openxmlformats-officedocument.presentationml.slide+xml"/>
  <Override PartName="/ppt/slideLayouts/slideLayout20.xml" ContentType="application/vnd.openxmlformats-officedocument.presentationml.slideLayout+xml"/>
  <Override PartName="/ppt/embeddings/Microsoft_Equation66.bin" ContentType="application/vnd.openxmlformats-officedocument.oleObject"/>
  <Override PartName="/ppt/slides/slide70.xml" ContentType="application/vnd.openxmlformats-officedocument.presentationml.slide+xml"/>
  <Override PartName="/ppt/embeddings/oleObject7.bin" ContentType="application/vnd.openxmlformats-officedocument.oleObject"/>
  <Override PartName="/ppt/slides/slide48.xml" ContentType="application/vnd.openxmlformats-officedocument.presentationml.slide+xml"/>
  <Override PartName="/ppt/embeddings/Microsoft_Equation13.bin" ContentType="application/vnd.openxmlformats-officedocument.oleObject"/>
  <Override PartName="/ppt/presentation.xml" ContentType="application/vnd.openxmlformats-officedocument.presentationml.presentation.main+xml"/>
  <Override PartName="/ppt/embeddings/oleObject12.bin" ContentType="application/vnd.openxmlformats-officedocument.oleObject"/>
  <Override PartName="/ppt/slides/slide77.xml" ContentType="application/vnd.openxmlformats-officedocument.presentationml.slide+xml"/>
  <Override PartName="/ppt/slides/slide79.xml" ContentType="application/vnd.openxmlformats-officedocument.presentationml.slide+xml"/>
  <Default Extension="jpeg" ContentType="image/jpeg"/>
  <Override PartName="/ppt/slides/slide3.xml" ContentType="application/vnd.openxmlformats-officedocument.presentationml.slide+xml"/>
  <Override PartName="/ppt/slideLayouts/slideLayout11.xml" ContentType="application/vnd.openxmlformats-officedocument.presentationml.slideLayout+xml"/>
  <Override PartName="/ppt/slides/slide74.xml" ContentType="application/vnd.openxmlformats-officedocument.presentationml.slide+xml"/>
  <Override PartName="/ppt/slideLayouts/slideLayout13.xml" ContentType="application/vnd.openxmlformats-officedocument.presentationml.slideLayout+xml"/>
  <Override PartName="/ppt/slides/slide75.xml" ContentType="application/vnd.openxmlformats-officedocument.presentationml.slide+xml"/>
  <Override PartName="/ppt/embeddings/Microsoft_Equation9.bin" ContentType="application/vnd.openxmlformats-officedocument.oleObject"/>
  <Override PartName="/ppt/embeddings/Microsoft_Equation27.bin" ContentType="application/vnd.openxmlformats-officedocument.oleObject"/>
  <Override PartName="/ppt/slides/slide15.xml" ContentType="application/vnd.openxmlformats-officedocument.presentationml.slide+xml"/>
  <Override PartName="/ppt/embeddings/Microsoft_Equation70.bin" ContentType="application/vnd.openxmlformats-officedocument.oleObject"/>
  <Override PartName="/ppt/embeddings/Microsoft_Equation32.bin" ContentType="application/vnd.openxmlformats-officedocument.oleObject"/>
  <Override PartName="/ppt/slideLayouts/slideLayout15.xml" ContentType="application/vnd.openxmlformats-officedocument.presentationml.slideLayout+xml"/>
  <Default Extension="rels" ContentType="application/vnd.openxmlformats-package.relationships+xml"/>
  <Override PartName="/ppt/slides/slide9.xml" ContentType="application/vnd.openxmlformats-officedocument.presentationml.slide+xml"/>
  <Override PartName="/ppt/slides/slide39.xml" ContentType="application/vnd.openxmlformats-officedocument.presentationml.slide+xml"/>
  <Override PartName="/ppt/slides/slide73.xml" ContentType="application/vnd.openxmlformats-officedocument.presentationml.slide+xml"/>
  <Override PartName="/ppt/slides/slide32.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embeddings/Microsoft_Equation67.bin" ContentType="application/vnd.openxmlformats-officedocument.oleObject"/>
  <Override PartName="/ppt/embeddings/Microsoft_Equation56.bin" ContentType="application/vnd.openxmlformats-officedocument.oleObject"/>
  <Override PartName="/ppt/slides/slide29.xml" ContentType="application/vnd.openxmlformats-officedocument.presentationml.slide+xml"/>
  <Override PartName="/ppt/embeddings/oleObject4.bin" ContentType="application/vnd.openxmlformats-officedocument.oleObject"/>
  <Override PartName="/ppt/embeddings/Microsoft_Equation90.bin" ContentType="application/vnd.openxmlformats-officedocument.oleObject"/>
  <Override PartName="/ppt/slides/slide22.xml" ContentType="application/vnd.openxmlformats-officedocument.presentationml.slide+xml"/>
  <Override PartName="/ppt/embeddings/Microsoft_Equation85.bin" ContentType="application/vnd.openxmlformats-officedocument.oleObject"/>
  <Override PartName="/ppt/slides/slide30.xml" ContentType="application/vnd.openxmlformats-officedocument.presentationml.slide+xml"/>
  <Override PartName="/ppt/embeddings/Microsoft_Equation78.bin" ContentType="application/vnd.openxmlformats-officedocument.oleObject"/>
  <Override PartName="/ppt/slideLayouts/slideLayout23.xml" ContentType="application/vnd.openxmlformats-officedocument.presentationml.slideLayout+xml"/>
  <Override PartName="/ppt/slides/slide36.xml" ContentType="application/vnd.openxmlformats-officedocument.presentationml.slide+xml"/>
  <Override PartName="/ppt/slides/slide18.xml" ContentType="application/vnd.openxmlformats-officedocument.presentationml.slide+xml"/>
  <Override PartName="/ppt/theme/theme3.xml" ContentType="application/vnd.openxmlformats-officedocument.theme+xml"/>
  <Override PartName="/ppt/embeddings/oleObject16.bin" ContentType="application/vnd.openxmlformats-officedocument.oleObject"/>
  <Override PartName="/ppt/embeddings/Microsoft_Equation8.bin" ContentType="application/vnd.openxmlformats-officedocument.oleObject"/>
  <Override PartName="/ppt/slides/slide21.xml" ContentType="application/vnd.openxmlformats-officedocument.presentationml.slide+xml"/>
  <Override PartName="/ppt/slideLayouts/slideLayout17.xml" ContentType="application/vnd.openxmlformats-officedocument.presentationml.slideLayout+xml"/>
  <Override PartName="/ppt/slides/slide23.xml" ContentType="application/vnd.openxmlformats-officedocument.presentationml.slide+xml"/>
  <Override PartName="/ppt/slideLayouts/slideLayout9.xml" ContentType="application/vnd.openxmlformats-officedocument.presentationml.slideLayout+xml"/>
  <Override PartName="/ppt/slideLayouts/slideLayout22.xml" ContentType="application/vnd.openxmlformats-officedocument.presentationml.slideLayout+xml"/>
  <Override PartName="/ppt/embeddings/oleObject2.bin" ContentType="application/vnd.openxmlformats-officedocument.oleObject"/>
  <Override PartName="/ppt/slides/slide52.xml" ContentType="application/vnd.openxmlformats-officedocument.presentationml.slide+xml"/>
  <Override PartName="/ppt/slides/slide5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viewProps.xml" ContentType="application/vnd.openxmlformats-officedocument.presentationml.viewProps+xml"/>
  <Override PartName="/ppt/embeddings/Microsoft_Equation80.bin" ContentType="application/vnd.openxmlformats-officedocument.oleObject"/>
  <Override PartName="/ppt/embeddings/Microsoft_Equation36.bin" ContentType="application/vnd.openxmlformats-officedocument.oleObject"/>
  <Override PartName="/ppt/embeddings/Microsoft_Equation83.bin" ContentType="application/vnd.openxmlformats-officedocument.oleObject"/>
  <Override PartName="/ppt/embeddings/Microsoft_Equation19.bin" ContentType="application/vnd.openxmlformats-officedocument.oleObject"/>
  <Override PartName="/ppt/embeddings/Microsoft_Equation4.bin" ContentType="application/vnd.openxmlformats-officedocument.oleObject"/>
  <Override PartName="/ppt/slides/slide13.xml" ContentType="application/vnd.openxmlformats-officedocument.presentationml.slide+xml"/>
  <Override PartName="/ppt/embeddings/Microsoft_Equation5.bin" ContentType="application/vnd.openxmlformats-officedocument.oleObject"/>
  <Override PartName="/ppt/embeddings/Microsoft_Equation58.bin" ContentType="application/vnd.openxmlformats-officedocument.oleObject"/>
  <Override PartName="/ppt/embeddings/Microsoft_Equation18.bin" ContentType="application/vnd.openxmlformats-officedocument.oleObject"/>
  <Override PartName="/ppt/embeddings/oleObject3.bin" ContentType="application/vnd.openxmlformats-officedocument.oleObject"/>
  <Override PartName="/ppt/embeddings/Microsoft_Equation52.bin" ContentType="application/vnd.openxmlformats-officedocument.oleObject"/>
  <Override PartName="/ppt/embeddings/Microsoft_Equation60.bin" ContentType="application/vnd.openxmlformats-officedocument.oleObject"/>
  <Override PartName="/ppt/slideLayouts/slideLayout4.xml" ContentType="application/vnd.openxmlformats-officedocument.presentationml.slideLayout+xml"/>
  <Override PartName="/ppt/embeddings/Microsoft_Equation72.bin" ContentType="application/vnd.openxmlformats-officedocument.oleObject"/>
  <Override PartName="/ppt/slideLayouts/slideLayout2.xml" ContentType="application/vnd.openxmlformats-officedocument.presentationml.slideLayout+xml"/>
  <Override PartName="/ppt/embeddings/Microsoft_Equation88.bin" ContentType="application/vnd.openxmlformats-officedocument.oleObject"/>
  <Override PartName="/ppt/slideLayouts/slideLayout6.xml" ContentType="application/vnd.openxmlformats-officedocument.presentationml.slideLayout+xml"/>
  <Override PartName="/ppt/embeddings/Microsoft_Equation53.bin" ContentType="application/vnd.openxmlformats-officedocument.oleObject"/>
  <Override PartName="/ppt/embeddings/Microsoft_Equation89.bin" ContentType="application/vnd.openxmlformats-officedocument.oleObject"/>
  <Override PartName="/ppt/slideLayouts/slideLayout14.xml" ContentType="application/vnd.openxmlformats-officedocument.presentationml.slideLayout+xml"/>
  <Override PartName="/ppt/embeddings/oleObject10.bin" ContentType="application/vnd.openxmlformats-officedocument.oleObject"/>
  <Override PartName="/ppt/presProps.xml" ContentType="application/vnd.openxmlformats-officedocument.presentationml.presProps+xml"/>
  <Override PartName="/ppt/embeddings/Microsoft_Equation59.bin" ContentType="application/vnd.openxmlformats-officedocument.oleObject"/>
  <Override PartName="/ppt/embeddings/oleObject15.bin" ContentType="application/vnd.openxmlformats-officedocument.oleObject"/>
  <Override PartName="/ppt/embeddings/Microsoft_Equation87.bin" ContentType="application/vnd.openxmlformats-officedocument.oleObject"/>
  <Override PartName="/ppt/embeddings/Microsoft_Equation79.bin" ContentType="application/vnd.openxmlformats-officedocument.oleObject"/>
  <Override PartName="/ppt/slides/slide27.xml" ContentType="application/vnd.openxmlformats-officedocument.presentationml.slide+xml"/>
  <Override PartName="/ppt/embeddings/oleObject9.bin" ContentType="application/vnd.openxmlformats-officedocument.oleObject"/>
  <Override PartName="/ppt/slideLayouts/slideLayout16.xml" ContentType="application/vnd.openxmlformats-officedocument.presentationml.slideLayout+xml"/>
  <Override PartName="/ppt/embeddings/Microsoft_Equation30.bin" ContentType="application/vnd.openxmlformats-officedocument.oleObject"/>
  <Override PartName="/ppt/embeddings/Microsoft_Equation82.bin" ContentType="application/vnd.openxmlformats-officedocument.oleObject"/>
  <Override PartName="/ppt/slideMasters/slideMaster2.xml" ContentType="application/vnd.openxmlformats-officedocument.presentationml.slideMaster+xml"/>
  <Override PartName="/ppt/slides/slide67.xml" ContentType="application/vnd.openxmlformats-officedocument.presentationml.slide+xml"/>
  <Override PartName="/ppt/slides/slide12.xml" ContentType="application/vnd.openxmlformats-officedocument.presentationml.slide+xml"/>
  <Override PartName="/ppt/slides/slide46.xml" ContentType="application/vnd.openxmlformats-officedocument.presentationml.slide+xml"/>
  <Override PartName="/ppt/embeddings/Microsoft_Equation94.bin" ContentType="application/vnd.openxmlformats-officedocument.oleObject"/>
  <Override PartName="/ppt/embeddings/Microsoft_Equation57.bin" ContentType="application/vnd.openxmlformats-officedocument.oleObject"/>
  <Override PartName="/ppt/embeddings/oleObject18.bin" ContentType="application/vnd.openxmlformats-officedocument.oleObject"/>
  <Override PartName="/ppt/embeddings/Microsoft_Equation38.bin" ContentType="application/vnd.openxmlformats-officedocument.oleObject"/>
  <Override PartName="/ppt/embeddings/Microsoft_Equation47.bin" ContentType="application/vnd.openxmlformats-officedocument.oleObject"/>
  <Override PartName="/ppt/slides/slide69.xml" ContentType="application/vnd.openxmlformats-officedocument.presentationml.slide+xml"/>
  <Override PartName="/ppt/embeddings/Microsoft_Equation49.bin" ContentType="application/vnd.openxmlformats-officedocument.oleObject"/>
  <Override PartName="/ppt/slides/slide35.xml" ContentType="application/vnd.openxmlformats-officedocument.presentationml.slide+xml"/>
  <Override PartName="/ppt/embeddings/Microsoft_Equation93.bin" ContentType="application/vnd.openxmlformats-officedocument.oleObject"/>
  <Override PartName="/ppt/slides/slide42.xml" ContentType="application/vnd.openxmlformats-officedocument.presentationml.slide+xml"/>
  <Override PartName="/ppt/embeddings/Microsoft_Equation68.bin" ContentType="application/vnd.openxmlformats-officedocument.oleObject"/>
  <Override PartName="/ppt/embeddings/oleObject20.bin" ContentType="application/vnd.openxmlformats-officedocument.oleObject"/>
  <Override PartName="/ppt/embeddings/Microsoft_Equation34.bin" ContentType="application/vnd.openxmlformats-officedocument.oleObject"/>
  <Override PartName="/ppt/embeddings/Microsoft_Equation44.bin" ContentType="application/vnd.openxmlformats-officedocument.oleObject"/>
  <Override PartName="/ppt/slideLayouts/slideLayout5.xml" ContentType="application/vnd.openxmlformats-officedocument.presentationml.slideLayout+xml"/>
  <Override PartName="/ppt/slideLayouts/slideLayout25.xml" ContentType="application/vnd.openxmlformats-officedocument.presentationml.slideLayout+xml"/>
  <Override PartName="/ppt/slides/slide50.xml" ContentType="application/vnd.openxmlformats-officedocument.presentationml.slide+xml"/>
  <Override PartName="/ppt/embeddings/Microsoft_Equation25.bin" ContentType="application/vnd.openxmlformats-officedocument.oleObject"/>
  <Override PartName="/ppt/slides/slide57.xml" ContentType="application/vnd.openxmlformats-officedocument.presentationml.slide+xml"/>
  <Override PartName="/ppt/embeddings/Microsoft_Equation35.bin" ContentType="application/vnd.openxmlformats-officedocument.oleObject"/>
  <Override PartName="/ppt/embeddings/Microsoft_Equation65.bin" ContentType="application/vnd.openxmlformats-officedocument.oleObject"/>
  <Override PartName="/ppt/embeddings/Microsoft_Equation14.bin" ContentType="application/vnd.openxmlformats-officedocument.oleObject"/>
  <Override PartName="/ppt/embeddings/Microsoft_Equation2.bin" ContentType="application/vnd.openxmlformats-officedocument.oleObject"/>
  <Override PartName="/ppt/embeddings/Microsoft_Equation91.bin" ContentType="application/vnd.openxmlformats-officedocument.oleObject"/>
  <Override PartName="/ppt/embeddings/Microsoft_Equation26.bin" ContentType="application/vnd.openxmlformats-officedocument.oleObject"/>
  <Override PartName="/ppt/slides/slide63.xml" ContentType="application/vnd.openxmlformats-officedocument.presentationml.slide+xml"/>
  <Override PartName="/ppt/embeddings/Microsoft_Equation55.bin" ContentType="application/vnd.openxmlformats-officedocument.oleObject"/>
  <Override PartName="/ppt/slides/slide34.xml" ContentType="application/vnd.openxmlformats-officedocument.presentationml.slide+xml"/>
  <Override PartName="/ppt/embeddings/Microsoft_Equation45.bin" ContentType="application/vnd.openxmlformats-officedocument.oleObject"/>
  <Override PartName="/ppt/embeddings/Microsoft_Equation7.bin" ContentType="application/vnd.openxmlformats-officedocument.oleObject"/>
  <Override PartName="/ppt/embeddings/oleObject17.bin" ContentType="application/vnd.openxmlformats-officedocument.oleObject"/>
  <Override PartName="/ppt/slideLayouts/slideLayout1.xml" ContentType="application/vnd.openxmlformats-officedocument.presentationml.slideLayout+xml"/>
  <Override PartName="/ppt/theme/theme1.xml" ContentType="application/vnd.openxmlformats-officedocument.theme+xml"/>
  <Override PartName="/ppt/slides/slide5.xml" ContentType="application/vnd.openxmlformats-officedocument.presentationml.slide+xml"/>
  <Override PartName="/ppt/embeddings/Microsoft_Equation50.bin" ContentType="application/vnd.openxmlformats-officedocument.oleObject"/>
  <Override PartName="/ppt/slideLayouts/slideLayout7.xml" ContentType="application/vnd.openxmlformats-officedocument.presentationml.slideLayout+xml"/>
  <Override PartName="/ppt/slides/slide59.xml" ContentType="application/vnd.openxmlformats-officedocument.presentationml.slide+xml"/>
  <Override PartName="/ppt/embeddings/Microsoft_Equation31.bin" ContentType="application/vnd.openxmlformats-officedocument.oleObject"/>
  <Override PartName="/ppt/slides/slide64.xml" ContentType="application/vnd.openxmlformats-officedocument.presentationml.slide+xml"/>
  <Override PartName="/ppt/embeddings/Microsoft_Equation64.bin" ContentType="application/vnd.openxmlformats-officedocument.oleObject"/>
  <Override PartName="/ppt/embeddings/Microsoft_Equation46.bin" ContentType="application/vnd.openxmlformats-officedocument.oleObject"/>
  <Override PartName="/ppt/embeddings/oleObject14.bin" ContentType="application/vnd.openxmlformats-officedocument.oleObject"/>
  <Override PartName="/ppt/slides/slide4.xml" ContentType="application/vnd.openxmlformats-officedocument.presentationml.slide+xml"/>
  <Override PartName="/ppt/embeddings/Microsoft_Equation84.bin" ContentType="application/vnd.openxmlformats-officedocument.oleObject"/>
  <Override PartName="/ppt/embeddings/oleObject21.bin" ContentType="application/vnd.openxmlformats-officedocument.oleObject"/>
  <Override PartName="/ppt/slides/slide72.xml" ContentType="application/vnd.openxmlformats-officedocument.presentationml.slide+xml"/>
  <Override PartName="/ppt/slides/slide8.xml" ContentType="application/vnd.openxmlformats-officedocument.presentationml.slide+xml"/>
  <Override PartName="/ppt/embeddings/Microsoft_Equation37.bin" ContentType="application/vnd.openxmlformats-officedocument.oleObject"/>
  <Override PartName="/ppt/embeddings/Microsoft_Equation71.bin" ContentType="application/vnd.openxmlformats-officedocument.oleObject"/>
  <Override PartName="/ppt/embeddings/Microsoft_Equation81.bin" ContentType="application/vnd.openxmlformats-officedocument.oleObject"/>
  <Override PartName="/ppt/embeddings/Microsoft_Equation6.bin" ContentType="application/vnd.openxmlformats-officedocument.oleObject"/>
  <Override PartName="/ppt/slides/slide60.xml" ContentType="application/vnd.openxmlformats-officedocument.presentationml.slide+xml"/>
  <Override PartName="/ppt/embeddings/oleObject8.bin" ContentType="application/vnd.openxmlformats-officedocument.oleObject"/>
  <Override PartName="/ppt/slides/slide24.xml" ContentType="application/vnd.openxmlformats-officedocument.presentationml.slide+xml"/>
  <Override PartName="/ppt/embeddings/Microsoft_Equation17.bin" ContentType="application/vnd.openxmlformats-officedocument.oleObject"/>
  <Override PartName="/ppt/slides/slide71.xml" ContentType="application/vnd.openxmlformats-officedocument.presentationml.slide+xml"/>
  <Override PartName="/ppt/slides/slide6.xml" ContentType="application/vnd.openxmlformats-officedocument.presentationml.slide+xml"/>
  <Override PartName="/ppt/embeddings/Microsoft_Equation92.bin" ContentType="application/vnd.openxmlformats-officedocument.oleObject"/>
  <Override PartName="/ppt/slideLayouts/slideLayout12.xml" ContentType="application/vnd.openxmlformats-officedocument.presentationml.slideLayout+xml"/>
  <Override PartName="/ppt/embeddings/Microsoft_Equation21.bin" ContentType="application/vnd.openxmlformats-officedocument.oleObject"/>
</Types>
</file>

<file path=_rels/.rels><?xml version="1.0" encoding="UTF-8" standalone="yes"?>
<Relationships xmlns="http://schemas.openxmlformats.org/package/2006/relationships"><Relationship Id="rId2" Type="http://schemas.openxmlformats.org/package/2006/relationships/metadata/core-properties" Target="docProps/core.xml"/><Relationship Id="rId3" Type="http://schemas.openxmlformats.org/officeDocument/2006/relationships/extended-properties" Target="docProps/app.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trictFirstAndLastChars="0" saveSubsetFonts="1">
  <p:sldMasterIdLst>
    <p:sldMasterId id="2147483716" r:id="rId1"/>
    <p:sldMasterId id="2147483717" r:id="rId2"/>
  </p:sldMasterIdLst>
  <p:notesMasterIdLst>
    <p:notesMasterId r:id="rId82"/>
  </p:notesMasterIdLst>
  <p:handoutMasterIdLst>
    <p:handoutMasterId r:id="rId83"/>
  </p:handoutMasterIdLst>
  <p:sldIdLst>
    <p:sldId id="407" r:id="rId3"/>
    <p:sldId id="421" r:id="rId4"/>
    <p:sldId id="776" r:id="rId5"/>
    <p:sldId id="692" r:id="rId6"/>
    <p:sldId id="681" r:id="rId7"/>
    <p:sldId id="682" r:id="rId8"/>
    <p:sldId id="824" r:id="rId9"/>
    <p:sldId id="823" r:id="rId10"/>
    <p:sldId id="696" r:id="rId11"/>
    <p:sldId id="697" r:id="rId12"/>
    <p:sldId id="631" r:id="rId13"/>
    <p:sldId id="648" r:id="rId14"/>
    <p:sldId id="632" r:id="rId15"/>
    <p:sldId id="635" r:id="rId16"/>
    <p:sldId id="638" r:id="rId17"/>
    <p:sldId id="700" r:id="rId18"/>
    <p:sldId id="701" r:id="rId19"/>
    <p:sldId id="705" r:id="rId20"/>
    <p:sldId id="708" r:id="rId21"/>
    <p:sldId id="726" r:id="rId22"/>
    <p:sldId id="706" r:id="rId23"/>
    <p:sldId id="707" r:id="rId24"/>
    <p:sldId id="727" r:id="rId25"/>
    <p:sldId id="669" r:id="rId26"/>
    <p:sldId id="667" r:id="rId27"/>
    <p:sldId id="670" r:id="rId28"/>
    <p:sldId id="799" r:id="rId29"/>
    <p:sldId id="798" r:id="rId30"/>
    <p:sldId id="822" r:id="rId31"/>
    <p:sldId id="794" r:id="rId32"/>
    <p:sldId id="796" r:id="rId33"/>
    <p:sldId id="818" r:id="rId34"/>
    <p:sldId id="819" r:id="rId35"/>
    <p:sldId id="820" r:id="rId36"/>
    <p:sldId id="821" r:id="rId37"/>
    <p:sldId id="779" r:id="rId38"/>
    <p:sldId id="788" r:id="rId39"/>
    <p:sldId id="803" r:id="rId40"/>
    <p:sldId id="742" r:id="rId41"/>
    <p:sldId id="800" r:id="rId42"/>
    <p:sldId id="804" r:id="rId43"/>
    <p:sldId id="801" r:id="rId44"/>
    <p:sldId id="761" r:id="rId45"/>
    <p:sldId id="762" r:id="rId46"/>
    <p:sldId id="763" r:id="rId47"/>
    <p:sldId id="764" r:id="rId48"/>
    <p:sldId id="765" r:id="rId49"/>
    <p:sldId id="766" r:id="rId50"/>
    <p:sldId id="767" r:id="rId51"/>
    <p:sldId id="768" r:id="rId52"/>
    <p:sldId id="769" r:id="rId53"/>
    <p:sldId id="770" r:id="rId54"/>
    <p:sldId id="771" r:id="rId55"/>
    <p:sldId id="772" r:id="rId56"/>
    <p:sldId id="773" r:id="rId57"/>
    <p:sldId id="774" r:id="rId58"/>
    <p:sldId id="760" r:id="rId59"/>
    <p:sldId id="710" r:id="rId60"/>
    <p:sldId id="712" r:id="rId61"/>
    <p:sldId id="781" r:id="rId62"/>
    <p:sldId id="755" r:id="rId63"/>
    <p:sldId id="756" r:id="rId64"/>
    <p:sldId id="757" r:id="rId65"/>
    <p:sldId id="758" r:id="rId66"/>
    <p:sldId id="735" r:id="rId67"/>
    <p:sldId id="734" r:id="rId68"/>
    <p:sldId id="733" r:id="rId69"/>
    <p:sldId id="789" r:id="rId70"/>
    <p:sldId id="810" r:id="rId71"/>
    <p:sldId id="829" r:id="rId72"/>
    <p:sldId id="827" r:id="rId73"/>
    <p:sldId id="828" r:id="rId74"/>
    <p:sldId id="785" r:id="rId75"/>
    <p:sldId id="812" r:id="rId76"/>
    <p:sldId id="816" r:id="rId77"/>
    <p:sldId id="814" r:id="rId78"/>
    <p:sldId id="813" r:id="rId79"/>
    <p:sldId id="815" r:id="rId80"/>
    <p:sldId id="678" r:id="rId81"/>
  </p:sldIdLst>
  <p:sldSz cx="9144000" cy="6858000" type="screen4x3"/>
  <p:notesSz cx="7099300" cy="10234613"/>
  <p:defaultTextStyle>
    <a:defPPr>
      <a:defRPr lang="en-GB"/>
    </a:defPPr>
    <a:lvl1pPr algn="l" rtl="0" fontAlgn="base">
      <a:spcBef>
        <a:spcPct val="20000"/>
      </a:spcBef>
      <a:spcAft>
        <a:spcPct val="0"/>
      </a:spcAft>
      <a:buChar char="•"/>
      <a:defRPr sz="1400" b="1" kern="1200">
        <a:solidFill>
          <a:schemeClr val="accent2"/>
        </a:solidFill>
        <a:latin typeface="Verdana" pitchFamily="-28" charset="0"/>
        <a:ea typeface="굴림" pitchFamily="-28" charset="-127"/>
        <a:cs typeface="굴림" pitchFamily="-28" charset="-127"/>
      </a:defRPr>
    </a:lvl1pPr>
    <a:lvl2pPr marL="457200" algn="l" rtl="0" fontAlgn="base">
      <a:spcBef>
        <a:spcPct val="20000"/>
      </a:spcBef>
      <a:spcAft>
        <a:spcPct val="0"/>
      </a:spcAft>
      <a:buChar char="•"/>
      <a:defRPr sz="1400" b="1" kern="1200">
        <a:solidFill>
          <a:schemeClr val="accent2"/>
        </a:solidFill>
        <a:latin typeface="Verdana" pitchFamily="-28" charset="0"/>
        <a:ea typeface="굴림" pitchFamily="-28" charset="-127"/>
        <a:cs typeface="굴림" pitchFamily="-28" charset="-127"/>
      </a:defRPr>
    </a:lvl2pPr>
    <a:lvl3pPr marL="914400" algn="l" rtl="0" fontAlgn="base">
      <a:spcBef>
        <a:spcPct val="20000"/>
      </a:spcBef>
      <a:spcAft>
        <a:spcPct val="0"/>
      </a:spcAft>
      <a:buChar char="•"/>
      <a:defRPr sz="1400" b="1" kern="1200">
        <a:solidFill>
          <a:schemeClr val="accent2"/>
        </a:solidFill>
        <a:latin typeface="Verdana" pitchFamily="-28" charset="0"/>
        <a:ea typeface="굴림" pitchFamily="-28" charset="-127"/>
        <a:cs typeface="굴림" pitchFamily="-28" charset="-127"/>
      </a:defRPr>
    </a:lvl3pPr>
    <a:lvl4pPr marL="1371600" algn="l" rtl="0" fontAlgn="base">
      <a:spcBef>
        <a:spcPct val="20000"/>
      </a:spcBef>
      <a:spcAft>
        <a:spcPct val="0"/>
      </a:spcAft>
      <a:buChar char="•"/>
      <a:defRPr sz="1400" b="1" kern="1200">
        <a:solidFill>
          <a:schemeClr val="accent2"/>
        </a:solidFill>
        <a:latin typeface="Verdana" pitchFamily="-28" charset="0"/>
        <a:ea typeface="굴림" pitchFamily="-28" charset="-127"/>
        <a:cs typeface="굴림" pitchFamily="-28" charset="-127"/>
      </a:defRPr>
    </a:lvl4pPr>
    <a:lvl5pPr marL="1828800" algn="l" rtl="0" fontAlgn="base">
      <a:spcBef>
        <a:spcPct val="20000"/>
      </a:spcBef>
      <a:spcAft>
        <a:spcPct val="0"/>
      </a:spcAft>
      <a:buChar char="•"/>
      <a:defRPr sz="1400" b="1" kern="1200">
        <a:solidFill>
          <a:schemeClr val="accent2"/>
        </a:solidFill>
        <a:latin typeface="Verdana" pitchFamily="-28" charset="0"/>
        <a:ea typeface="굴림" pitchFamily="-28" charset="-127"/>
        <a:cs typeface="굴림" pitchFamily="-28" charset="-127"/>
      </a:defRPr>
    </a:lvl5pPr>
    <a:lvl6pPr marL="2286000" algn="l" defTabSz="457200" rtl="0" eaLnBrk="1" latinLnBrk="0" hangingPunct="1">
      <a:defRPr sz="1400" b="1" kern="1200">
        <a:solidFill>
          <a:schemeClr val="accent2"/>
        </a:solidFill>
        <a:latin typeface="Verdana" pitchFamily="-28" charset="0"/>
        <a:ea typeface="굴림" pitchFamily="-28" charset="-127"/>
        <a:cs typeface="굴림" pitchFamily="-28" charset="-127"/>
      </a:defRPr>
    </a:lvl6pPr>
    <a:lvl7pPr marL="2743200" algn="l" defTabSz="457200" rtl="0" eaLnBrk="1" latinLnBrk="0" hangingPunct="1">
      <a:defRPr sz="1400" b="1" kern="1200">
        <a:solidFill>
          <a:schemeClr val="accent2"/>
        </a:solidFill>
        <a:latin typeface="Verdana" pitchFamily="-28" charset="0"/>
        <a:ea typeface="굴림" pitchFamily="-28" charset="-127"/>
        <a:cs typeface="굴림" pitchFamily="-28" charset="-127"/>
      </a:defRPr>
    </a:lvl7pPr>
    <a:lvl8pPr marL="3200400" algn="l" defTabSz="457200" rtl="0" eaLnBrk="1" latinLnBrk="0" hangingPunct="1">
      <a:defRPr sz="1400" b="1" kern="1200">
        <a:solidFill>
          <a:schemeClr val="accent2"/>
        </a:solidFill>
        <a:latin typeface="Verdana" pitchFamily="-28" charset="0"/>
        <a:ea typeface="굴림" pitchFamily="-28" charset="-127"/>
        <a:cs typeface="굴림" pitchFamily="-28" charset="-127"/>
      </a:defRPr>
    </a:lvl8pPr>
    <a:lvl9pPr marL="3657600" algn="l" defTabSz="457200" rtl="0" eaLnBrk="1" latinLnBrk="0" hangingPunct="1">
      <a:defRPr sz="1400" b="1" kern="1200">
        <a:solidFill>
          <a:schemeClr val="accent2"/>
        </a:solidFill>
        <a:latin typeface="Verdana" pitchFamily="-28" charset="0"/>
        <a:ea typeface="굴림" pitchFamily="-28" charset="-127"/>
        <a:cs typeface="굴림" pitchFamily="-28" charset="-127"/>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webPr allowPng="1" organizeInFolders="0" useLongFilenames="0" imgSz="1024x768" encoding="macintosh"/>
  <p:showPr showNarration="1">
    <p:present/>
    <p:sldAll/>
    <p:penClr>
      <a:srgbClr val="FF0000"/>
    </p:penClr>
  </p:showPr>
  <p:clrMru>
    <a:srgbClr val="0066FF"/>
    <a:srgbClr val="FF3300"/>
    <a:srgbClr val="080808"/>
    <a:srgbClr val="99FF66"/>
    <a:srgbClr val="FFFF99"/>
    <a:srgbClr val="FFFF66"/>
    <a:srgbClr val="777777"/>
    <a:srgbClr val="5F5F5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showOutlineIcons="0">
    <p:restoredLeft sz="15620"/>
    <p:restoredTop sz="94660"/>
  </p:normalViewPr>
  <p:slideViewPr>
    <p:cSldViewPr>
      <p:cViewPr varScale="1">
        <p:scale>
          <a:sx n="143" d="100"/>
          <a:sy n="143" d="100"/>
        </p:scale>
        <p:origin x="-1256" y="-1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64" Type="http://schemas.openxmlformats.org/officeDocument/2006/relationships/slide" Target="slides/slide62.xml"/><Relationship Id="rId60" Type="http://schemas.openxmlformats.org/officeDocument/2006/relationships/slide" Target="slides/slide58.xml"/><Relationship Id="rId39" Type="http://schemas.openxmlformats.org/officeDocument/2006/relationships/slide" Target="slides/slide37.xml"/><Relationship Id="rId70" Type="http://schemas.openxmlformats.org/officeDocument/2006/relationships/slide" Target="slides/slide68.xml"/><Relationship Id="rId7" Type="http://schemas.openxmlformats.org/officeDocument/2006/relationships/slide" Target="slides/slide5.xml"/><Relationship Id="rId43" Type="http://schemas.openxmlformats.org/officeDocument/2006/relationships/slide" Target="slides/slide41.xml"/><Relationship Id="rId74" Type="http://schemas.openxmlformats.org/officeDocument/2006/relationships/slide" Target="slides/slide72.xml"/><Relationship Id="rId25" Type="http://schemas.openxmlformats.org/officeDocument/2006/relationships/slide" Target="slides/slide23.xml"/><Relationship Id="rId10" Type="http://schemas.openxmlformats.org/officeDocument/2006/relationships/slide" Target="slides/slide8.xml"/><Relationship Id="rId50" Type="http://schemas.openxmlformats.org/officeDocument/2006/relationships/slide" Target="slides/slide48.xml"/><Relationship Id="rId77" Type="http://schemas.openxmlformats.org/officeDocument/2006/relationships/slide" Target="slides/slide75.xml"/><Relationship Id="rId63" Type="http://schemas.openxmlformats.org/officeDocument/2006/relationships/slide" Target="slides/slide61.xml"/><Relationship Id="rId17" Type="http://schemas.openxmlformats.org/officeDocument/2006/relationships/slide" Target="slides/slide15.xml"/><Relationship Id="rId85" Type="http://schemas.openxmlformats.org/officeDocument/2006/relationships/presProps" Target="presProps.xml"/><Relationship Id="rId9" Type="http://schemas.openxmlformats.org/officeDocument/2006/relationships/slide" Target="slides/slide7.xml"/><Relationship Id="rId18" Type="http://schemas.openxmlformats.org/officeDocument/2006/relationships/slide" Target="slides/slide16.xml"/><Relationship Id="rId27" Type="http://schemas.openxmlformats.org/officeDocument/2006/relationships/slide" Target="slides/slide25.xml"/><Relationship Id="rId71" Type="http://schemas.openxmlformats.org/officeDocument/2006/relationships/slide" Target="slides/slide69.xml"/><Relationship Id="rId14" Type="http://schemas.openxmlformats.org/officeDocument/2006/relationships/slide" Target="slides/slide12.xml"/><Relationship Id="rId4" Type="http://schemas.openxmlformats.org/officeDocument/2006/relationships/slide" Target="slides/slide2.xml"/><Relationship Id="rId28" Type="http://schemas.openxmlformats.org/officeDocument/2006/relationships/slide" Target="slides/slide26.xml"/><Relationship Id="rId45" Type="http://schemas.openxmlformats.org/officeDocument/2006/relationships/slide" Target="slides/slide43.xml"/><Relationship Id="rId58" Type="http://schemas.openxmlformats.org/officeDocument/2006/relationships/slide" Target="slides/slide56.xml"/><Relationship Id="rId42" Type="http://schemas.openxmlformats.org/officeDocument/2006/relationships/slide" Target="slides/slide40.xml"/><Relationship Id="rId73" Type="http://schemas.openxmlformats.org/officeDocument/2006/relationships/slide" Target="slides/slide71.xml"/><Relationship Id="rId88" Type="http://schemas.openxmlformats.org/officeDocument/2006/relationships/tableStyles" Target="tableStyles.xml"/><Relationship Id="rId87" Type="http://schemas.openxmlformats.org/officeDocument/2006/relationships/theme" Target="theme/theme1.xml"/><Relationship Id="rId6" Type="http://schemas.openxmlformats.org/officeDocument/2006/relationships/slide" Target="slides/slide4.xml"/><Relationship Id="rId49" Type="http://schemas.openxmlformats.org/officeDocument/2006/relationships/slide" Target="slides/slide47.xml"/><Relationship Id="rId44" Type="http://schemas.openxmlformats.org/officeDocument/2006/relationships/slide" Target="slides/slide42.xml"/><Relationship Id="rId82" Type="http://schemas.openxmlformats.org/officeDocument/2006/relationships/notesMaster" Target="notesMasters/notesMaster1.xml"/><Relationship Id="rId69" Type="http://schemas.openxmlformats.org/officeDocument/2006/relationships/slide" Target="slides/slide67.xml"/><Relationship Id="rId19" Type="http://schemas.openxmlformats.org/officeDocument/2006/relationships/slide" Target="slides/slide17.xml"/><Relationship Id="rId38" Type="http://schemas.openxmlformats.org/officeDocument/2006/relationships/slide" Target="slides/slide36.xml"/><Relationship Id="rId20" Type="http://schemas.openxmlformats.org/officeDocument/2006/relationships/slide" Target="slides/slide18.xml"/><Relationship Id="rId2" Type="http://schemas.openxmlformats.org/officeDocument/2006/relationships/slideMaster" Target="slideMasters/slideMaster2.xml"/><Relationship Id="rId46" Type="http://schemas.openxmlformats.org/officeDocument/2006/relationships/slide" Target="slides/slide44.xml"/><Relationship Id="rId57" Type="http://schemas.openxmlformats.org/officeDocument/2006/relationships/slide" Target="slides/slide55.xml"/><Relationship Id="rId59" Type="http://schemas.openxmlformats.org/officeDocument/2006/relationships/slide" Target="slides/slide57.xml"/><Relationship Id="rId35" Type="http://schemas.openxmlformats.org/officeDocument/2006/relationships/slide" Target="slides/slide33.xml"/><Relationship Id="rId51" Type="http://schemas.openxmlformats.org/officeDocument/2006/relationships/slide" Target="slides/slide49.xml"/><Relationship Id="rId55" Type="http://schemas.openxmlformats.org/officeDocument/2006/relationships/slide" Target="slides/slide53.xml"/><Relationship Id="rId31" Type="http://schemas.openxmlformats.org/officeDocument/2006/relationships/slide" Target="slides/slide29.xml"/><Relationship Id="rId34" Type="http://schemas.openxmlformats.org/officeDocument/2006/relationships/slide" Target="slides/slide32.xml"/><Relationship Id="rId40" Type="http://schemas.openxmlformats.org/officeDocument/2006/relationships/slide" Target="slides/slide38.xml"/><Relationship Id="rId62" Type="http://schemas.openxmlformats.org/officeDocument/2006/relationships/slide" Target="slides/slide60.xml"/><Relationship Id="rId66" Type="http://schemas.openxmlformats.org/officeDocument/2006/relationships/slide" Target="slides/slide64.xml"/><Relationship Id="rId36" Type="http://schemas.openxmlformats.org/officeDocument/2006/relationships/slide" Target="slides/slide34.xml"/><Relationship Id="rId72" Type="http://schemas.openxmlformats.org/officeDocument/2006/relationships/slide" Target="slides/slide70.xml"/><Relationship Id="rId1" Type="http://schemas.openxmlformats.org/officeDocument/2006/relationships/slideMaster" Target="slideMasters/slideMaster1.xml"/><Relationship Id="rId24" Type="http://schemas.openxmlformats.org/officeDocument/2006/relationships/slide" Target="slides/slide22.xml"/><Relationship Id="rId47" Type="http://schemas.openxmlformats.org/officeDocument/2006/relationships/slide" Target="slides/slide45.xml"/><Relationship Id="rId56" Type="http://schemas.openxmlformats.org/officeDocument/2006/relationships/slide" Target="slides/slide54.xml"/><Relationship Id="rId48" Type="http://schemas.openxmlformats.org/officeDocument/2006/relationships/slide" Target="slides/slide46.xml"/><Relationship Id="rId75" Type="http://schemas.openxmlformats.org/officeDocument/2006/relationships/slide" Target="slides/slide73.xml"/><Relationship Id="rId8" Type="http://schemas.openxmlformats.org/officeDocument/2006/relationships/slide" Target="slides/slide6.xml"/><Relationship Id="rId13" Type="http://schemas.openxmlformats.org/officeDocument/2006/relationships/slide" Target="slides/slide11.xml"/><Relationship Id="rId32" Type="http://schemas.openxmlformats.org/officeDocument/2006/relationships/slide" Target="slides/slide30.xml"/><Relationship Id="rId37" Type="http://schemas.openxmlformats.org/officeDocument/2006/relationships/slide" Target="slides/slide35.xml"/><Relationship Id="rId52" Type="http://schemas.openxmlformats.org/officeDocument/2006/relationships/slide" Target="slides/slide50.xml"/><Relationship Id="rId65" Type="http://schemas.openxmlformats.org/officeDocument/2006/relationships/slide" Target="slides/slide63.xml"/><Relationship Id="rId67" Type="http://schemas.openxmlformats.org/officeDocument/2006/relationships/slide" Target="slides/slide65.xml"/><Relationship Id="rId54" Type="http://schemas.openxmlformats.org/officeDocument/2006/relationships/slide" Target="slides/slide52.xml"/><Relationship Id="rId12" Type="http://schemas.openxmlformats.org/officeDocument/2006/relationships/slide" Target="slides/slide10.xml"/><Relationship Id="rId76" Type="http://schemas.openxmlformats.org/officeDocument/2006/relationships/slide" Target="slides/slide74.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3" Type="http://schemas.openxmlformats.org/officeDocument/2006/relationships/slide" Target="slides/slide1.xml"/><Relationship Id="rId86" Type="http://schemas.openxmlformats.org/officeDocument/2006/relationships/viewProps" Target="viewProps.xml"/><Relationship Id="rId23" Type="http://schemas.openxmlformats.org/officeDocument/2006/relationships/slide" Target="slides/slide21.xml"/><Relationship Id="rId61" Type="http://schemas.openxmlformats.org/officeDocument/2006/relationships/slide" Target="slides/slide59.xml"/><Relationship Id="rId53" Type="http://schemas.openxmlformats.org/officeDocument/2006/relationships/slide" Target="slides/slide51.xml"/><Relationship Id="rId84" Type="http://schemas.openxmlformats.org/officeDocument/2006/relationships/printerSettings" Target="printerSettings/printerSettings1.bin"/><Relationship Id="rId26" Type="http://schemas.openxmlformats.org/officeDocument/2006/relationships/slide" Target="slides/slide24.xml"/><Relationship Id="rId30" Type="http://schemas.openxmlformats.org/officeDocument/2006/relationships/slide" Target="slides/slide28.xml"/><Relationship Id="rId11" Type="http://schemas.openxmlformats.org/officeDocument/2006/relationships/slide" Target="slides/slide9.xml"/><Relationship Id="rId68" Type="http://schemas.openxmlformats.org/officeDocument/2006/relationships/slide" Target="slides/slide66.xml"/><Relationship Id="rId29" Type="http://schemas.openxmlformats.org/officeDocument/2006/relationships/slide" Target="slides/slide27.xml"/><Relationship Id="rId16" Type="http://schemas.openxmlformats.org/officeDocument/2006/relationships/slide" Target="slides/slide14.xml"/><Relationship Id="rId33" Type="http://schemas.openxmlformats.org/officeDocument/2006/relationships/slide" Target="slides/slide31.xml"/><Relationship Id="rId83" Type="http://schemas.openxmlformats.org/officeDocument/2006/relationships/handoutMaster" Target="handoutMasters/handoutMaster1.xml"/><Relationship Id="rId41" Type="http://schemas.openxmlformats.org/officeDocument/2006/relationships/slide" Target="slides/slide39.xml"/><Relationship Id="rId5" Type="http://schemas.openxmlformats.org/officeDocument/2006/relationships/slide" Target="slides/slide3.xml"/><Relationship Id="rId15" Type="http://schemas.openxmlformats.org/officeDocument/2006/relationships/slide" Target="slides/slide13.xml"/><Relationship Id="rId78" Type="http://schemas.openxmlformats.org/officeDocument/2006/relationships/slide" Target="slides/slide76.xml"/><Relationship Id="rId22" Type="http://schemas.openxmlformats.org/officeDocument/2006/relationships/slide" Target="slides/slide20.xml"/><Relationship Id="rId21" Type="http://schemas.openxmlformats.org/officeDocument/2006/relationships/slide" Target="slides/slide1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13.wmf"/><Relationship Id="rId1" Type="http://schemas.openxmlformats.org/officeDocument/2006/relationships/image" Target="../media/image10.wmf"/><Relationship Id="rId2" Type="http://schemas.openxmlformats.org/officeDocument/2006/relationships/image" Target="../media/image11.wmf"/><Relationship Id="rId3"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wmf"/><Relationship Id="rId3" Type="http://schemas.openxmlformats.org/officeDocument/2006/relationships/image" Target="../media/image15.pict"/><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7.pict"/><Relationship Id="rId3" Type="http://schemas.openxmlformats.org/officeDocument/2006/relationships/image" Target="../media/image18.pict"/><Relationship Id="rId1" Type="http://schemas.openxmlformats.org/officeDocument/2006/relationships/image" Target="../media/image16.pict"/></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2.pict"/><Relationship Id="rId3" Type="http://schemas.openxmlformats.org/officeDocument/2006/relationships/image" Target="../media/image23.wmf"/><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2.pict"/><Relationship Id="rId1" Type="http://schemas.openxmlformats.org/officeDocument/2006/relationships/image" Target="../media/image24.pict"/></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6.wmf"/><Relationship Id="rId3" Type="http://schemas.openxmlformats.org/officeDocument/2006/relationships/image" Target="../media/image27.wmf"/><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3.wmf"/><Relationship Id="rId3" Type="http://schemas.openxmlformats.org/officeDocument/2006/relationships/image" Target="../media/image34.wmf"/><Relationship Id="rId1" Type="http://schemas.openxmlformats.org/officeDocument/2006/relationships/image" Target="../media/image3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3.wmf"/><Relationship Id="rId3" Type="http://schemas.openxmlformats.org/officeDocument/2006/relationships/image" Target="../media/image37.wmf"/><Relationship Id="rId1" Type="http://schemas.openxmlformats.org/officeDocument/2006/relationships/image" Target="../media/image3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3.wmf"/><Relationship Id="rId3" Type="http://schemas.openxmlformats.org/officeDocument/2006/relationships/image" Target="../media/image37.wmf"/><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3.wmf"/><Relationship Id="rId3" Type="http://schemas.openxmlformats.org/officeDocument/2006/relationships/image" Target="../media/image38.wmf"/><Relationship Id="rId1" Type="http://schemas.openxmlformats.org/officeDocument/2006/relationships/image" Target="../media/image32.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3.wmf"/><Relationship Id="rId3" Type="http://schemas.openxmlformats.org/officeDocument/2006/relationships/image" Target="../media/image39.wmf"/><Relationship Id="rId1" Type="http://schemas.openxmlformats.org/officeDocument/2006/relationships/image" Target="../media/image32.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46.wmf"/><Relationship Id="rId1" Type="http://schemas.openxmlformats.org/officeDocument/2006/relationships/image" Target="../media/image43.wmf"/><Relationship Id="rId2" Type="http://schemas.openxmlformats.org/officeDocument/2006/relationships/image" Target="../media/image44.wmf"/><Relationship Id="rId3" Type="http://schemas.openxmlformats.org/officeDocument/2006/relationships/image" Target="../media/image45.wmf"/><Relationship Id="rId5" Type="http://schemas.openxmlformats.org/officeDocument/2006/relationships/image" Target="../media/image47.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46.wmf"/><Relationship Id="rId1" Type="http://schemas.openxmlformats.org/officeDocument/2006/relationships/image" Target="../media/image43.wmf"/><Relationship Id="rId2" Type="http://schemas.openxmlformats.org/officeDocument/2006/relationships/image" Target="../media/image44.wmf"/><Relationship Id="rId3" Type="http://schemas.openxmlformats.org/officeDocument/2006/relationships/image" Target="../media/image45.wmf"/><Relationship Id="rId5" Type="http://schemas.openxmlformats.org/officeDocument/2006/relationships/image" Target="../media/image47.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46.wmf"/><Relationship Id="rId1" Type="http://schemas.openxmlformats.org/officeDocument/2006/relationships/image" Target="../media/image43.wmf"/><Relationship Id="rId2" Type="http://schemas.openxmlformats.org/officeDocument/2006/relationships/image" Target="../media/image44.wmf"/><Relationship Id="rId3" Type="http://schemas.openxmlformats.org/officeDocument/2006/relationships/image" Target="../media/image45.wmf"/><Relationship Id="rId5" Type="http://schemas.openxmlformats.org/officeDocument/2006/relationships/image" Target="../media/image47.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46.wmf"/><Relationship Id="rId1" Type="http://schemas.openxmlformats.org/officeDocument/2006/relationships/image" Target="../media/image43.wmf"/><Relationship Id="rId2" Type="http://schemas.openxmlformats.org/officeDocument/2006/relationships/image" Target="../media/image44.wmf"/><Relationship Id="rId3" Type="http://schemas.openxmlformats.org/officeDocument/2006/relationships/image" Target="../media/image45.wmf"/><Relationship Id="rId5" Type="http://schemas.openxmlformats.org/officeDocument/2006/relationships/image" Target="../media/image47.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55.pict"/><Relationship Id="rId4" Type="http://schemas.openxmlformats.org/officeDocument/2006/relationships/image" Target="../media/image51.wmf"/><Relationship Id="rId5" Type="http://schemas.openxmlformats.org/officeDocument/2006/relationships/image" Target="../media/image52.pict"/><Relationship Id="rId7" Type="http://schemas.openxmlformats.org/officeDocument/2006/relationships/image" Target="../media/image54.wmf"/><Relationship Id="rId1" Type="http://schemas.openxmlformats.org/officeDocument/2006/relationships/image" Target="../media/image48.wmf"/><Relationship Id="rId2" Type="http://schemas.openxmlformats.org/officeDocument/2006/relationships/image" Target="../media/image49.pict"/><Relationship Id="rId9" Type="http://schemas.openxmlformats.org/officeDocument/2006/relationships/image" Target="../media/image56.wmf"/><Relationship Id="rId3" Type="http://schemas.openxmlformats.org/officeDocument/2006/relationships/image" Target="../media/image50.wmf"/><Relationship Id="rId6" Type="http://schemas.openxmlformats.org/officeDocument/2006/relationships/image" Target="../media/image53.pict"/></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61.pict"/><Relationship Id="rId1" Type="http://schemas.openxmlformats.org/officeDocument/2006/relationships/image" Target="../media/image60.wmf"/></Relationships>
</file>

<file path=ppt/drawings/_rels/vmlDrawing31.vml.rels><?xml version="1.0" encoding="UTF-8" standalone="yes"?>
<Relationships xmlns="http://schemas.openxmlformats.org/package/2006/relationships"><Relationship Id="rId4" Type="http://schemas.openxmlformats.org/officeDocument/2006/relationships/image" Target="../media/image67.pict"/><Relationship Id="rId5" Type="http://schemas.openxmlformats.org/officeDocument/2006/relationships/image" Target="../media/image68.pict"/><Relationship Id="rId7" Type="http://schemas.openxmlformats.org/officeDocument/2006/relationships/image" Target="../media/image70.pict"/><Relationship Id="rId1" Type="http://schemas.openxmlformats.org/officeDocument/2006/relationships/image" Target="../media/image64.pict"/><Relationship Id="rId2" Type="http://schemas.openxmlformats.org/officeDocument/2006/relationships/image" Target="../media/image65.wmf"/><Relationship Id="rId3" Type="http://schemas.openxmlformats.org/officeDocument/2006/relationships/image" Target="../media/image66.wmf"/><Relationship Id="rId6" Type="http://schemas.openxmlformats.org/officeDocument/2006/relationships/image" Target="../media/image69.pict"/></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6.vml.rels><?xml version="1.0" encoding="UTF-8" standalone="yes"?>
<Relationships xmlns="http://schemas.openxmlformats.org/package/2006/relationships"><Relationship Id="rId4" Type="http://schemas.openxmlformats.org/officeDocument/2006/relationships/image" Target="../media/image77.pict"/><Relationship Id="rId1" Type="http://schemas.openxmlformats.org/officeDocument/2006/relationships/image" Target="../media/image74.pict"/><Relationship Id="rId2" Type="http://schemas.openxmlformats.org/officeDocument/2006/relationships/image" Target="../media/image75.pict"/><Relationship Id="rId3" Type="http://schemas.openxmlformats.org/officeDocument/2006/relationships/image" Target="../media/image76.pict"/></Relationships>
</file>

<file path=ppt/drawings/_rels/vmlDrawing37.vml.rels><?xml version="1.0" encoding="UTF-8" standalone="yes"?>
<Relationships xmlns="http://schemas.openxmlformats.org/package/2006/relationships"><Relationship Id="rId4" Type="http://schemas.openxmlformats.org/officeDocument/2006/relationships/image" Target="../media/image80.pict"/><Relationship Id="rId1" Type="http://schemas.openxmlformats.org/officeDocument/2006/relationships/image" Target="../media/image78.wmf"/><Relationship Id="rId2" Type="http://schemas.openxmlformats.org/officeDocument/2006/relationships/image" Target="../media/image75.pict"/><Relationship Id="rId3" Type="http://schemas.openxmlformats.org/officeDocument/2006/relationships/image" Target="../media/image79.wmf"/><Relationship Id="rId5" Type="http://schemas.openxmlformats.org/officeDocument/2006/relationships/image" Target="../media/image81.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8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3078163" cy="511175"/>
          </a:xfrm>
          <a:prstGeom prst="rect">
            <a:avLst/>
          </a:prstGeom>
          <a:noFill/>
          <a:ln w="9525">
            <a:noFill/>
            <a:miter lim="800000"/>
            <a:headEnd/>
            <a:tailEnd/>
          </a:ln>
        </p:spPr>
        <p:txBody>
          <a:bodyPr vert="horz" wrap="square" lIns="96424" tIns="48211" rIns="96424" bIns="48211" numCol="1" anchor="t" anchorCtr="0" compatLnSpc="1">
            <a:prstTxWarp prst="textNoShape">
              <a:avLst/>
            </a:prstTxWarp>
          </a:bodyPr>
          <a:lstStyle>
            <a:lvl1pPr defTabSz="963613">
              <a:spcBef>
                <a:spcPct val="0"/>
              </a:spcBef>
              <a:buFontTx/>
              <a:buNone/>
              <a:defRPr sz="1200" b="0">
                <a:solidFill>
                  <a:schemeClr val="tx1"/>
                </a:solidFill>
                <a:latin typeface="Times New Roman" pitchFamily="-28" charset="0"/>
              </a:defRPr>
            </a:lvl1pPr>
          </a:lstStyle>
          <a:p>
            <a:endParaRPr lang="en-GB" altLang="ko-KR"/>
          </a:p>
        </p:txBody>
      </p:sp>
      <p:sp>
        <p:nvSpPr>
          <p:cNvPr id="28675" name="Rectangle 3"/>
          <p:cNvSpPr>
            <a:spLocks noGrp="1" noChangeArrowheads="1"/>
          </p:cNvSpPr>
          <p:nvPr>
            <p:ph type="dt" sz="quarter" idx="1"/>
          </p:nvPr>
        </p:nvSpPr>
        <p:spPr bwMode="auto">
          <a:xfrm>
            <a:off x="4021138" y="0"/>
            <a:ext cx="3078162" cy="511175"/>
          </a:xfrm>
          <a:prstGeom prst="rect">
            <a:avLst/>
          </a:prstGeom>
          <a:noFill/>
          <a:ln w="9525">
            <a:noFill/>
            <a:miter lim="800000"/>
            <a:headEnd/>
            <a:tailEnd/>
          </a:ln>
        </p:spPr>
        <p:txBody>
          <a:bodyPr vert="horz" wrap="square" lIns="96424" tIns="48211" rIns="96424" bIns="48211" numCol="1" anchor="t" anchorCtr="0" compatLnSpc="1">
            <a:prstTxWarp prst="textNoShape">
              <a:avLst/>
            </a:prstTxWarp>
          </a:bodyPr>
          <a:lstStyle>
            <a:lvl1pPr algn="r" defTabSz="963613">
              <a:spcBef>
                <a:spcPct val="0"/>
              </a:spcBef>
              <a:buFontTx/>
              <a:buNone/>
              <a:defRPr sz="1200" b="0">
                <a:solidFill>
                  <a:schemeClr val="tx1"/>
                </a:solidFill>
                <a:latin typeface="Times New Roman" pitchFamily="-28" charset="0"/>
              </a:defRPr>
            </a:lvl1pPr>
          </a:lstStyle>
          <a:p>
            <a:endParaRPr lang="en-GB" altLang="ko-KR"/>
          </a:p>
        </p:txBody>
      </p:sp>
      <p:sp>
        <p:nvSpPr>
          <p:cNvPr id="28676" name="Rectangle 4"/>
          <p:cNvSpPr>
            <a:spLocks noGrp="1" noChangeArrowheads="1"/>
          </p:cNvSpPr>
          <p:nvPr>
            <p:ph type="ftr" sz="quarter" idx="2"/>
          </p:nvPr>
        </p:nvSpPr>
        <p:spPr bwMode="auto">
          <a:xfrm>
            <a:off x="0" y="9723438"/>
            <a:ext cx="3078163" cy="511175"/>
          </a:xfrm>
          <a:prstGeom prst="rect">
            <a:avLst/>
          </a:prstGeom>
          <a:noFill/>
          <a:ln w="9525">
            <a:noFill/>
            <a:miter lim="800000"/>
            <a:headEnd/>
            <a:tailEnd/>
          </a:ln>
        </p:spPr>
        <p:txBody>
          <a:bodyPr vert="horz" wrap="square" lIns="96424" tIns="48211" rIns="96424" bIns="48211" numCol="1" anchor="b" anchorCtr="0" compatLnSpc="1">
            <a:prstTxWarp prst="textNoShape">
              <a:avLst/>
            </a:prstTxWarp>
          </a:bodyPr>
          <a:lstStyle>
            <a:lvl1pPr defTabSz="963613">
              <a:spcBef>
                <a:spcPct val="0"/>
              </a:spcBef>
              <a:buFontTx/>
              <a:buNone/>
              <a:defRPr sz="1200" b="0">
                <a:solidFill>
                  <a:schemeClr val="tx1"/>
                </a:solidFill>
                <a:latin typeface="Times New Roman" pitchFamily="-28" charset="0"/>
              </a:defRPr>
            </a:lvl1pPr>
          </a:lstStyle>
          <a:p>
            <a:endParaRPr lang="en-GB" altLang="ko-KR"/>
          </a:p>
        </p:txBody>
      </p:sp>
      <p:sp>
        <p:nvSpPr>
          <p:cNvPr id="28677" name="Rectangle 5"/>
          <p:cNvSpPr>
            <a:spLocks noGrp="1" noChangeArrowheads="1"/>
          </p:cNvSpPr>
          <p:nvPr>
            <p:ph type="sldNum" sz="quarter" idx="3"/>
          </p:nvPr>
        </p:nvSpPr>
        <p:spPr bwMode="auto">
          <a:xfrm>
            <a:off x="4021138" y="9723438"/>
            <a:ext cx="3078162" cy="511175"/>
          </a:xfrm>
          <a:prstGeom prst="rect">
            <a:avLst/>
          </a:prstGeom>
          <a:noFill/>
          <a:ln w="9525">
            <a:noFill/>
            <a:miter lim="800000"/>
            <a:headEnd/>
            <a:tailEnd/>
          </a:ln>
        </p:spPr>
        <p:txBody>
          <a:bodyPr vert="horz" wrap="square" lIns="96424" tIns="48211" rIns="96424" bIns="48211" numCol="1" anchor="b" anchorCtr="0" compatLnSpc="1">
            <a:prstTxWarp prst="textNoShape">
              <a:avLst/>
            </a:prstTxWarp>
          </a:bodyPr>
          <a:lstStyle>
            <a:lvl1pPr algn="r" defTabSz="963613">
              <a:spcBef>
                <a:spcPct val="0"/>
              </a:spcBef>
              <a:buFontTx/>
              <a:buNone/>
              <a:defRPr sz="1200" b="0">
                <a:solidFill>
                  <a:schemeClr val="tx1"/>
                </a:solidFill>
                <a:latin typeface="Times New Roman" pitchFamily="-28" charset="0"/>
              </a:defRPr>
            </a:lvl1pPr>
          </a:lstStyle>
          <a:p>
            <a:fld id="{8BDF44BE-76D7-421C-BF75-CA72C79B45F8}" type="slidenum">
              <a:rPr lang="ko-KR" altLang="en-GB"/>
              <a:pPr/>
              <a:t>‹#›</a:t>
            </a:fld>
            <a:endParaRPr lang="en-GB"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78163" cy="511175"/>
          </a:xfrm>
          <a:prstGeom prst="rect">
            <a:avLst/>
          </a:prstGeom>
          <a:noFill/>
          <a:ln w="9525">
            <a:noFill/>
            <a:miter lim="800000"/>
            <a:headEnd/>
            <a:tailEnd/>
          </a:ln>
        </p:spPr>
        <p:txBody>
          <a:bodyPr vert="horz" wrap="square" lIns="96424" tIns="48211" rIns="96424" bIns="48211" numCol="1" anchor="t" anchorCtr="0" compatLnSpc="1">
            <a:prstTxWarp prst="textNoShape">
              <a:avLst/>
            </a:prstTxWarp>
          </a:bodyPr>
          <a:lstStyle>
            <a:lvl1pPr defTabSz="963613">
              <a:spcBef>
                <a:spcPct val="0"/>
              </a:spcBef>
              <a:buFontTx/>
              <a:buNone/>
              <a:defRPr sz="1200" b="0">
                <a:solidFill>
                  <a:schemeClr val="tx1"/>
                </a:solidFill>
                <a:latin typeface="Times New Roman" pitchFamily="-28" charset="0"/>
              </a:defRPr>
            </a:lvl1pPr>
          </a:lstStyle>
          <a:p>
            <a:endParaRPr lang="en-GB" altLang="ko-KR"/>
          </a:p>
        </p:txBody>
      </p:sp>
      <p:sp>
        <p:nvSpPr>
          <p:cNvPr id="5123" name="Rectangle 3"/>
          <p:cNvSpPr>
            <a:spLocks noGrp="1" noChangeArrowheads="1"/>
          </p:cNvSpPr>
          <p:nvPr>
            <p:ph type="dt" idx="1"/>
          </p:nvPr>
        </p:nvSpPr>
        <p:spPr bwMode="auto">
          <a:xfrm>
            <a:off x="4021138" y="0"/>
            <a:ext cx="3078162" cy="511175"/>
          </a:xfrm>
          <a:prstGeom prst="rect">
            <a:avLst/>
          </a:prstGeom>
          <a:noFill/>
          <a:ln w="9525">
            <a:noFill/>
            <a:miter lim="800000"/>
            <a:headEnd/>
            <a:tailEnd/>
          </a:ln>
        </p:spPr>
        <p:txBody>
          <a:bodyPr vert="horz" wrap="square" lIns="96424" tIns="48211" rIns="96424" bIns="48211" numCol="1" anchor="t" anchorCtr="0" compatLnSpc="1">
            <a:prstTxWarp prst="textNoShape">
              <a:avLst/>
            </a:prstTxWarp>
          </a:bodyPr>
          <a:lstStyle>
            <a:lvl1pPr algn="r" defTabSz="963613">
              <a:spcBef>
                <a:spcPct val="0"/>
              </a:spcBef>
              <a:buFontTx/>
              <a:buNone/>
              <a:defRPr sz="1200" b="0">
                <a:solidFill>
                  <a:schemeClr val="tx1"/>
                </a:solidFill>
                <a:latin typeface="Times New Roman" pitchFamily="-28" charset="0"/>
              </a:defRPr>
            </a:lvl1pPr>
          </a:lstStyle>
          <a:p>
            <a:endParaRPr lang="en-GB" altLang="ko-KR"/>
          </a:p>
        </p:txBody>
      </p:sp>
      <p:sp>
        <p:nvSpPr>
          <p:cNvPr id="31748" name="Rectangle 4"/>
          <p:cNvSpPr>
            <a:spLocks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47738" y="4862513"/>
            <a:ext cx="5203825" cy="4603750"/>
          </a:xfrm>
          <a:prstGeom prst="rect">
            <a:avLst/>
          </a:prstGeom>
          <a:noFill/>
          <a:ln w="9525">
            <a:noFill/>
            <a:miter lim="800000"/>
            <a:headEnd/>
            <a:tailEnd/>
          </a:ln>
        </p:spPr>
        <p:txBody>
          <a:bodyPr vert="horz" wrap="square" lIns="96424" tIns="48211" rIns="96424" bIns="48211" numCol="1" anchor="t" anchorCtr="0" compatLnSpc="1">
            <a:prstTxWarp prst="textNoShape">
              <a:avLst/>
            </a:prstTxWarp>
          </a:body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p>
        </p:txBody>
      </p:sp>
      <p:sp>
        <p:nvSpPr>
          <p:cNvPr id="5126" name="Rectangle 6"/>
          <p:cNvSpPr>
            <a:spLocks noGrp="1" noChangeArrowheads="1"/>
          </p:cNvSpPr>
          <p:nvPr>
            <p:ph type="ftr" sz="quarter" idx="4"/>
          </p:nvPr>
        </p:nvSpPr>
        <p:spPr bwMode="auto">
          <a:xfrm>
            <a:off x="0" y="9723438"/>
            <a:ext cx="3078163" cy="511175"/>
          </a:xfrm>
          <a:prstGeom prst="rect">
            <a:avLst/>
          </a:prstGeom>
          <a:noFill/>
          <a:ln w="9525">
            <a:noFill/>
            <a:miter lim="800000"/>
            <a:headEnd/>
            <a:tailEnd/>
          </a:ln>
        </p:spPr>
        <p:txBody>
          <a:bodyPr vert="horz" wrap="square" lIns="96424" tIns="48211" rIns="96424" bIns="48211" numCol="1" anchor="b" anchorCtr="0" compatLnSpc="1">
            <a:prstTxWarp prst="textNoShape">
              <a:avLst/>
            </a:prstTxWarp>
          </a:bodyPr>
          <a:lstStyle>
            <a:lvl1pPr defTabSz="963613">
              <a:spcBef>
                <a:spcPct val="0"/>
              </a:spcBef>
              <a:buFontTx/>
              <a:buNone/>
              <a:defRPr sz="1200" b="0">
                <a:solidFill>
                  <a:schemeClr val="tx1"/>
                </a:solidFill>
                <a:latin typeface="Times New Roman" pitchFamily="-28" charset="0"/>
              </a:defRPr>
            </a:lvl1pPr>
          </a:lstStyle>
          <a:p>
            <a:endParaRPr lang="en-GB" altLang="ko-KR"/>
          </a:p>
        </p:txBody>
      </p:sp>
      <p:sp>
        <p:nvSpPr>
          <p:cNvPr id="5127" name="Rectangle 7"/>
          <p:cNvSpPr>
            <a:spLocks noGrp="1" noChangeArrowheads="1"/>
          </p:cNvSpPr>
          <p:nvPr>
            <p:ph type="sldNum" sz="quarter" idx="5"/>
          </p:nvPr>
        </p:nvSpPr>
        <p:spPr bwMode="auto">
          <a:xfrm>
            <a:off x="4021138" y="9723438"/>
            <a:ext cx="3078162" cy="511175"/>
          </a:xfrm>
          <a:prstGeom prst="rect">
            <a:avLst/>
          </a:prstGeom>
          <a:noFill/>
          <a:ln w="9525">
            <a:noFill/>
            <a:miter lim="800000"/>
            <a:headEnd/>
            <a:tailEnd/>
          </a:ln>
        </p:spPr>
        <p:txBody>
          <a:bodyPr vert="horz" wrap="square" lIns="96424" tIns="48211" rIns="96424" bIns="48211" numCol="1" anchor="b" anchorCtr="0" compatLnSpc="1">
            <a:prstTxWarp prst="textNoShape">
              <a:avLst/>
            </a:prstTxWarp>
          </a:bodyPr>
          <a:lstStyle>
            <a:lvl1pPr algn="r" defTabSz="963613">
              <a:spcBef>
                <a:spcPct val="0"/>
              </a:spcBef>
              <a:buFontTx/>
              <a:buNone/>
              <a:defRPr sz="1200" b="0">
                <a:solidFill>
                  <a:schemeClr val="tx1"/>
                </a:solidFill>
                <a:latin typeface="Times New Roman" pitchFamily="-28" charset="0"/>
              </a:defRPr>
            </a:lvl1pPr>
          </a:lstStyle>
          <a:p>
            <a:fld id="{F838147A-8FB6-4C11-A58D-D0D35F169B49}" type="slidenum">
              <a:rPr lang="ko-KR" altLang="en-GB"/>
              <a:pPr/>
              <a:t>‹#›</a:t>
            </a:fld>
            <a:endParaRPr lang="en-GB" altLang="ko-K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D4A6E027-AB68-414F-9A2B-C5693FFC68D1}" type="slidenum">
              <a:rPr lang="ko-KR" altLang="en-GB"/>
              <a:pPr/>
              <a:t>‹#›</a:t>
            </a:fld>
            <a:endParaRPr lang="en-GB" altLang="ko-K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39A7B489-E4F6-4333-9745-E98B5488E096}" type="slidenum">
              <a:rPr lang="ko-KR" altLang="en-GB"/>
              <a:pPr/>
              <a:t>‹#›</a:t>
            </a:fld>
            <a:endParaRPr lang="en-GB" altLang="ko-K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5500D7B0-5EFF-4EA6-BFDA-55757A0009CE}" type="slidenum">
              <a:rPr lang="ko-KR" altLang="en-GB"/>
              <a:pPr/>
              <a:t>‹#›</a:t>
            </a:fld>
            <a:endParaRPr lang="en-GB" alt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p:txBody>
          <a:bodyPr/>
          <a:lstStyle>
            <a:lvl1pPr>
              <a:defRPr/>
            </a:lvl1pPr>
          </a:lstStyle>
          <a:p>
            <a:endParaRPr lang="en-GB" altLang="ko-KR"/>
          </a:p>
        </p:txBody>
      </p:sp>
      <p:sp>
        <p:nvSpPr>
          <p:cNvPr id="6" name="Footer Placeholder 4"/>
          <p:cNvSpPr>
            <a:spLocks noGrp="1"/>
          </p:cNvSpPr>
          <p:nvPr>
            <p:ph type="ftr" sz="quarter" idx="11"/>
          </p:nvPr>
        </p:nvSpPr>
        <p:spPr/>
        <p:txBody>
          <a:bodyPr/>
          <a:lstStyle>
            <a:lvl1pPr>
              <a:defRPr/>
            </a:lvl1pPr>
          </a:lstStyle>
          <a:p>
            <a:endParaRPr lang="en-GB" altLang="ko-KR"/>
          </a:p>
        </p:txBody>
      </p:sp>
      <p:sp>
        <p:nvSpPr>
          <p:cNvPr id="7" name="Slide Number Placeholder 5"/>
          <p:cNvSpPr>
            <a:spLocks noGrp="1"/>
          </p:cNvSpPr>
          <p:nvPr>
            <p:ph type="sldNum" sz="quarter" idx="12"/>
          </p:nvPr>
        </p:nvSpPr>
        <p:spPr/>
        <p:txBody>
          <a:bodyPr/>
          <a:lstStyle>
            <a:lvl1pPr>
              <a:defRPr/>
            </a:lvl1pPr>
          </a:lstStyle>
          <a:p>
            <a:fld id="{79318020-3202-474C-82DD-5CA343075B27}" type="slidenum">
              <a:rPr lang="ko-KR" altLang="en-GB"/>
              <a:pPr/>
              <a:t>‹#›</a:t>
            </a:fld>
            <a:endParaRPr lang="en-GB" alt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p:txBody>
          <a:bodyPr/>
          <a:lstStyle>
            <a:lvl1pPr>
              <a:defRPr/>
            </a:lvl1pPr>
          </a:lstStyle>
          <a:p>
            <a:endParaRPr lang="en-GB" altLang="ko-KR"/>
          </a:p>
        </p:txBody>
      </p:sp>
      <p:sp>
        <p:nvSpPr>
          <p:cNvPr id="8" name="Footer Placeholder 4"/>
          <p:cNvSpPr>
            <a:spLocks noGrp="1"/>
          </p:cNvSpPr>
          <p:nvPr>
            <p:ph type="ftr" sz="quarter" idx="11"/>
          </p:nvPr>
        </p:nvSpPr>
        <p:spPr/>
        <p:txBody>
          <a:bodyPr/>
          <a:lstStyle>
            <a:lvl1pPr>
              <a:defRPr/>
            </a:lvl1pPr>
          </a:lstStyle>
          <a:p>
            <a:endParaRPr lang="en-GB" altLang="ko-KR"/>
          </a:p>
        </p:txBody>
      </p:sp>
      <p:sp>
        <p:nvSpPr>
          <p:cNvPr id="9" name="Slide Number Placeholder 5"/>
          <p:cNvSpPr>
            <a:spLocks noGrp="1"/>
          </p:cNvSpPr>
          <p:nvPr>
            <p:ph type="sldNum" sz="quarter" idx="12"/>
          </p:nvPr>
        </p:nvSpPr>
        <p:spPr/>
        <p:txBody>
          <a:bodyPr/>
          <a:lstStyle>
            <a:lvl1pPr>
              <a:defRPr/>
            </a:lvl1pPr>
          </a:lstStyle>
          <a:p>
            <a:fld id="{29E0E088-4187-4E72-83D3-E2E83B686ECC}" type="slidenum">
              <a:rPr lang="ko-KR" altLang="en-GB"/>
              <a:pPr/>
              <a:t>‹#›</a:t>
            </a:fld>
            <a:endParaRPr lang="en-GB" altLang="ko-K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3"/>
          <p:cNvSpPr>
            <a:spLocks noGrp="1"/>
          </p:cNvSpPr>
          <p:nvPr>
            <p:ph type="dt" sz="half" idx="10"/>
          </p:nvPr>
        </p:nvSpPr>
        <p:spPr/>
        <p:txBody>
          <a:bodyPr/>
          <a:lstStyle>
            <a:lvl1pPr>
              <a:defRPr/>
            </a:lvl1pPr>
          </a:lstStyle>
          <a:p>
            <a:endParaRPr lang="en-GB" altLang="ko-KR"/>
          </a:p>
        </p:txBody>
      </p:sp>
      <p:sp>
        <p:nvSpPr>
          <p:cNvPr id="4" name="Footer Placeholder 4"/>
          <p:cNvSpPr>
            <a:spLocks noGrp="1"/>
          </p:cNvSpPr>
          <p:nvPr>
            <p:ph type="ftr" sz="quarter" idx="11"/>
          </p:nvPr>
        </p:nvSpPr>
        <p:spPr/>
        <p:txBody>
          <a:bodyPr/>
          <a:lstStyle>
            <a:lvl1pPr>
              <a:defRPr/>
            </a:lvl1pPr>
          </a:lstStyle>
          <a:p>
            <a:endParaRPr lang="en-GB" altLang="ko-KR"/>
          </a:p>
        </p:txBody>
      </p:sp>
      <p:sp>
        <p:nvSpPr>
          <p:cNvPr id="5" name="Slide Number Placeholder 5"/>
          <p:cNvSpPr>
            <a:spLocks noGrp="1"/>
          </p:cNvSpPr>
          <p:nvPr>
            <p:ph type="sldNum" sz="quarter" idx="12"/>
          </p:nvPr>
        </p:nvSpPr>
        <p:spPr/>
        <p:txBody>
          <a:bodyPr/>
          <a:lstStyle>
            <a:lvl1pPr>
              <a:defRPr/>
            </a:lvl1pPr>
          </a:lstStyle>
          <a:p>
            <a:fld id="{591B3F77-3171-4199-91B1-2B08134C927F}" type="slidenum">
              <a:rPr lang="ko-KR" altLang="en-GB"/>
              <a:pPr/>
              <a:t>‹#›</a:t>
            </a:fld>
            <a:endParaRPr lang="en-GB" altLang="ko-K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endParaRPr lang="en-GB" altLang="ko-KR"/>
          </a:p>
        </p:txBody>
      </p:sp>
      <p:sp>
        <p:nvSpPr>
          <p:cNvPr id="3" name="Footer Placeholder 4"/>
          <p:cNvSpPr>
            <a:spLocks noGrp="1"/>
          </p:cNvSpPr>
          <p:nvPr>
            <p:ph type="ftr" sz="quarter" idx="11"/>
          </p:nvPr>
        </p:nvSpPr>
        <p:spPr/>
        <p:txBody>
          <a:bodyPr/>
          <a:lstStyle>
            <a:lvl1pPr>
              <a:defRPr/>
            </a:lvl1pPr>
          </a:lstStyle>
          <a:p>
            <a:endParaRPr lang="en-GB" altLang="ko-KR"/>
          </a:p>
        </p:txBody>
      </p:sp>
      <p:sp>
        <p:nvSpPr>
          <p:cNvPr id="4" name="Slide Number Placeholder 5"/>
          <p:cNvSpPr>
            <a:spLocks noGrp="1"/>
          </p:cNvSpPr>
          <p:nvPr>
            <p:ph type="sldNum" sz="quarter" idx="12"/>
          </p:nvPr>
        </p:nvSpPr>
        <p:spPr/>
        <p:txBody>
          <a:bodyPr/>
          <a:lstStyle>
            <a:lvl1pPr>
              <a:defRPr/>
            </a:lvl1pPr>
          </a:lstStyle>
          <a:p>
            <a:fld id="{EDE72B4E-D11F-4586-AF00-836A2F3D498B}" type="slidenum">
              <a:rPr lang="ko-KR" altLang="en-GB"/>
              <a:pPr/>
              <a:t>‹#›</a:t>
            </a:fld>
            <a:endParaRPr lang="en-GB" altLang="ko-K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endParaRPr lang="en-GB" altLang="ko-KR"/>
          </a:p>
        </p:txBody>
      </p:sp>
      <p:sp>
        <p:nvSpPr>
          <p:cNvPr id="6" name="Footer Placeholder 4"/>
          <p:cNvSpPr>
            <a:spLocks noGrp="1"/>
          </p:cNvSpPr>
          <p:nvPr>
            <p:ph type="ftr" sz="quarter" idx="11"/>
          </p:nvPr>
        </p:nvSpPr>
        <p:spPr/>
        <p:txBody>
          <a:bodyPr/>
          <a:lstStyle>
            <a:lvl1pPr>
              <a:defRPr/>
            </a:lvl1pPr>
          </a:lstStyle>
          <a:p>
            <a:endParaRPr lang="en-GB" altLang="ko-KR"/>
          </a:p>
        </p:txBody>
      </p:sp>
      <p:sp>
        <p:nvSpPr>
          <p:cNvPr id="7" name="Slide Number Placeholder 5"/>
          <p:cNvSpPr>
            <a:spLocks noGrp="1"/>
          </p:cNvSpPr>
          <p:nvPr>
            <p:ph type="sldNum" sz="quarter" idx="12"/>
          </p:nvPr>
        </p:nvSpPr>
        <p:spPr/>
        <p:txBody>
          <a:bodyPr/>
          <a:lstStyle>
            <a:lvl1pPr>
              <a:defRPr/>
            </a:lvl1pPr>
          </a:lstStyle>
          <a:p>
            <a:fld id="{22D47E39-AE8B-4FAE-AFF7-87767A5293A0}" type="slidenum">
              <a:rPr lang="ko-KR" altLang="en-GB"/>
              <a:pPr/>
              <a:t>‹#›</a:t>
            </a:fld>
            <a:endParaRPr lang="en-GB" altLang="ko-K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endParaRPr lang="en-GB" altLang="ko-KR"/>
          </a:p>
        </p:txBody>
      </p:sp>
      <p:sp>
        <p:nvSpPr>
          <p:cNvPr id="6" name="Footer Placeholder 4"/>
          <p:cNvSpPr>
            <a:spLocks noGrp="1"/>
          </p:cNvSpPr>
          <p:nvPr>
            <p:ph type="ftr" sz="quarter" idx="11"/>
          </p:nvPr>
        </p:nvSpPr>
        <p:spPr/>
        <p:txBody>
          <a:bodyPr/>
          <a:lstStyle>
            <a:lvl1pPr>
              <a:defRPr/>
            </a:lvl1pPr>
          </a:lstStyle>
          <a:p>
            <a:endParaRPr lang="en-GB" altLang="ko-KR"/>
          </a:p>
        </p:txBody>
      </p:sp>
      <p:sp>
        <p:nvSpPr>
          <p:cNvPr id="7" name="Slide Number Placeholder 5"/>
          <p:cNvSpPr>
            <a:spLocks noGrp="1"/>
          </p:cNvSpPr>
          <p:nvPr>
            <p:ph type="sldNum" sz="quarter" idx="12"/>
          </p:nvPr>
        </p:nvSpPr>
        <p:spPr/>
        <p:txBody>
          <a:bodyPr/>
          <a:lstStyle>
            <a:lvl1pPr>
              <a:defRPr/>
            </a:lvl1pPr>
          </a:lstStyle>
          <a:p>
            <a:fld id="{333A7343-720C-44FC-9DE0-098277A845A6}" type="slidenum">
              <a:rPr lang="ko-KR" altLang="en-GB"/>
              <a:pPr/>
              <a:t>‹#›</a:t>
            </a:fld>
            <a:endParaRPr lang="en-GB" altLang="ko-K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2C052854-994E-44F4-98B2-B1D7EB02EF53}" type="slidenum">
              <a:rPr lang="ko-KR" altLang="en-GB"/>
              <a:pPr/>
              <a:t>‹#›</a:t>
            </a:fld>
            <a:endParaRPr lang="en-GB" altLang="ko-K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29438C33-58B5-4F86-A2B5-5164298EB2EB}" type="slidenum">
              <a:rPr lang="ko-KR" altLang="en-GB"/>
              <a:pPr/>
              <a:t>‹#›</a:t>
            </a:fld>
            <a:endParaRPr lang="en-GB" altLang="ko-K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AU"/>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Date Placeholder 3"/>
          <p:cNvSpPr>
            <a:spLocks noGrp="1"/>
          </p:cNvSpPr>
          <p:nvPr>
            <p:ph type="dt" sz="half" idx="10"/>
          </p:nvPr>
        </p:nvSpPr>
        <p:spPr/>
        <p:txBody>
          <a:bodyPr/>
          <a:lstStyle>
            <a:lvl1pPr>
              <a:defRPr/>
            </a:lvl1pPr>
          </a:lstStyle>
          <a:p>
            <a:endParaRPr lang="en-GB" altLang="ko-KR"/>
          </a:p>
        </p:txBody>
      </p:sp>
      <p:sp>
        <p:nvSpPr>
          <p:cNvPr id="7" name="Footer Placeholder 4"/>
          <p:cNvSpPr>
            <a:spLocks noGrp="1"/>
          </p:cNvSpPr>
          <p:nvPr>
            <p:ph type="ftr" sz="quarter" idx="11"/>
          </p:nvPr>
        </p:nvSpPr>
        <p:spPr/>
        <p:txBody>
          <a:bodyPr/>
          <a:lstStyle>
            <a:lvl1pPr>
              <a:defRPr/>
            </a:lvl1pPr>
          </a:lstStyle>
          <a:p>
            <a:endParaRPr lang="en-GB" altLang="ko-KR"/>
          </a:p>
        </p:txBody>
      </p:sp>
      <p:sp>
        <p:nvSpPr>
          <p:cNvPr id="8" name="Slide Number Placeholder 5"/>
          <p:cNvSpPr>
            <a:spLocks noGrp="1"/>
          </p:cNvSpPr>
          <p:nvPr>
            <p:ph type="sldNum" sz="quarter" idx="12"/>
          </p:nvPr>
        </p:nvSpPr>
        <p:spPr/>
        <p:txBody>
          <a:bodyPr/>
          <a:lstStyle>
            <a:lvl1pPr>
              <a:defRPr/>
            </a:lvl1pPr>
          </a:lstStyle>
          <a:p>
            <a:fld id="{D83C501A-D5CD-4D4E-BDA7-E87706EEF6F0}" type="slidenum">
              <a:rPr lang="ko-KR" altLang="en-GB"/>
              <a:pPr/>
              <a:t>‹#›</a:t>
            </a:fld>
            <a:endParaRPr lang="en-GB" altLang="ko-K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p:txBody>
          <a:bodyPr/>
          <a:lstStyle>
            <a:lvl1pPr>
              <a:defRPr/>
            </a:lvl1pPr>
          </a:lstStyle>
          <a:p>
            <a:endParaRPr lang="en-GB" altLang="ko-KR"/>
          </a:p>
        </p:txBody>
      </p:sp>
      <p:sp>
        <p:nvSpPr>
          <p:cNvPr id="6" name="Footer Placeholder 4"/>
          <p:cNvSpPr>
            <a:spLocks noGrp="1"/>
          </p:cNvSpPr>
          <p:nvPr>
            <p:ph type="ftr" sz="quarter" idx="11"/>
          </p:nvPr>
        </p:nvSpPr>
        <p:spPr/>
        <p:txBody>
          <a:bodyPr/>
          <a:lstStyle>
            <a:lvl1pPr>
              <a:defRPr/>
            </a:lvl1pPr>
          </a:lstStyle>
          <a:p>
            <a:endParaRPr lang="en-GB" altLang="ko-KR"/>
          </a:p>
        </p:txBody>
      </p:sp>
      <p:sp>
        <p:nvSpPr>
          <p:cNvPr id="7" name="Slide Number Placeholder 5"/>
          <p:cNvSpPr>
            <a:spLocks noGrp="1"/>
          </p:cNvSpPr>
          <p:nvPr>
            <p:ph type="sldNum" sz="quarter" idx="12"/>
          </p:nvPr>
        </p:nvSpPr>
        <p:spPr/>
        <p:txBody>
          <a:bodyPr/>
          <a:lstStyle>
            <a:lvl1pPr>
              <a:defRPr/>
            </a:lvl1pPr>
          </a:lstStyle>
          <a:p>
            <a:fld id="{6AC8D523-015F-439A-8293-A3885A8E129D}" type="slidenum">
              <a:rPr lang="ko-KR" altLang="en-GB"/>
              <a:pPr/>
              <a:t>‹#›</a:t>
            </a:fld>
            <a:endParaRPr lang="en-GB" altLang="ko-K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Date Placeholder 3"/>
          <p:cNvSpPr>
            <a:spLocks noGrp="1"/>
          </p:cNvSpPr>
          <p:nvPr>
            <p:ph type="dt" sz="half" idx="10"/>
          </p:nvPr>
        </p:nvSpPr>
        <p:spPr/>
        <p:txBody>
          <a:bodyPr/>
          <a:lstStyle>
            <a:lvl1pPr>
              <a:defRPr/>
            </a:lvl1pPr>
          </a:lstStyle>
          <a:p>
            <a:endParaRPr lang="en-GB" altLang="ko-KR"/>
          </a:p>
        </p:txBody>
      </p:sp>
      <p:sp>
        <p:nvSpPr>
          <p:cNvPr id="7" name="Footer Placeholder 4"/>
          <p:cNvSpPr>
            <a:spLocks noGrp="1"/>
          </p:cNvSpPr>
          <p:nvPr>
            <p:ph type="ftr" sz="quarter" idx="11"/>
          </p:nvPr>
        </p:nvSpPr>
        <p:spPr/>
        <p:txBody>
          <a:bodyPr/>
          <a:lstStyle>
            <a:lvl1pPr>
              <a:defRPr/>
            </a:lvl1pPr>
          </a:lstStyle>
          <a:p>
            <a:endParaRPr lang="en-GB" altLang="ko-KR"/>
          </a:p>
        </p:txBody>
      </p:sp>
      <p:sp>
        <p:nvSpPr>
          <p:cNvPr id="8" name="Slide Number Placeholder 5"/>
          <p:cNvSpPr>
            <a:spLocks noGrp="1"/>
          </p:cNvSpPr>
          <p:nvPr>
            <p:ph type="sldNum" sz="quarter" idx="12"/>
          </p:nvPr>
        </p:nvSpPr>
        <p:spPr/>
        <p:txBody>
          <a:bodyPr/>
          <a:lstStyle>
            <a:lvl1pPr>
              <a:defRPr/>
            </a:lvl1pPr>
          </a:lstStyle>
          <a:p>
            <a:fld id="{05188D7E-5A3E-4C9E-AB8E-F000D62F558E}" type="slidenum">
              <a:rPr lang="ko-KR" altLang="en-GB"/>
              <a:pPr/>
              <a:t>‹#›</a:t>
            </a:fld>
            <a:endParaRPr lang="en-GB" altLang="ko-K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3" name="Date Placeholder 3"/>
          <p:cNvSpPr>
            <a:spLocks noGrp="1"/>
          </p:cNvSpPr>
          <p:nvPr>
            <p:ph type="dt" sz="half" idx="10"/>
          </p:nvPr>
        </p:nvSpPr>
        <p:spPr/>
        <p:txBody>
          <a:bodyPr/>
          <a:lstStyle>
            <a:lvl1pPr>
              <a:defRPr/>
            </a:lvl1pPr>
          </a:lstStyle>
          <a:p>
            <a:endParaRPr lang="en-GB" altLang="ko-KR"/>
          </a:p>
        </p:txBody>
      </p:sp>
      <p:sp>
        <p:nvSpPr>
          <p:cNvPr id="4" name="Footer Placeholder 4"/>
          <p:cNvSpPr>
            <a:spLocks noGrp="1"/>
          </p:cNvSpPr>
          <p:nvPr>
            <p:ph type="ftr" sz="quarter" idx="11"/>
          </p:nvPr>
        </p:nvSpPr>
        <p:spPr/>
        <p:txBody>
          <a:bodyPr/>
          <a:lstStyle>
            <a:lvl1pPr>
              <a:defRPr/>
            </a:lvl1pPr>
          </a:lstStyle>
          <a:p>
            <a:endParaRPr lang="en-GB" altLang="ko-KR"/>
          </a:p>
        </p:txBody>
      </p:sp>
      <p:sp>
        <p:nvSpPr>
          <p:cNvPr id="5" name="Slide Number Placeholder 5"/>
          <p:cNvSpPr>
            <a:spLocks noGrp="1"/>
          </p:cNvSpPr>
          <p:nvPr>
            <p:ph type="sldNum" sz="quarter" idx="12"/>
          </p:nvPr>
        </p:nvSpPr>
        <p:spPr/>
        <p:txBody>
          <a:bodyPr/>
          <a:lstStyle>
            <a:lvl1pPr>
              <a:defRPr/>
            </a:lvl1pPr>
          </a:lstStyle>
          <a:p>
            <a:fld id="{CACB7620-11C1-4A7D-A2B0-7FFBB814ACB1}" type="slidenum">
              <a:rPr lang="ko-KR" altLang="en-GB"/>
              <a:pPr/>
              <a:t>‹#›</a:t>
            </a:fld>
            <a:endParaRPr lang="en-GB" altLang="ko-K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609600"/>
            <a:ext cx="7772400" cy="1143000"/>
          </a:xfrm>
        </p:spPr>
        <p:txBody>
          <a:bodyPr/>
          <a:lstStyle/>
          <a:p>
            <a:r>
              <a:rPr lang="en-US" smtClean="0"/>
              <a:t>Click to edit Master title style</a:t>
            </a:r>
            <a:endParaRPr lang="en-AU"/>
          </a:p>
        </p:txBody>
      </p:sp>
      <p:sp>
        <p:nvSpPr>
          <p:cNvPr id="3" name="Content Placeholder 2"/>
          <p:cNvSpPr>
            <a:spLocks noGrp="1"/>
          </p:cNvSpPr>
          <p:nvPr>
            <p:ph sz="quarter" idx="1"/>
          </p:nvPr>
        </p:nvSpPr>
        <p:spPr>
          <a:xfrm>
            <a:off x="6858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Content Placeholder 4"/>
          <p:cNvSpPr>
            <a:spLocks noGrp="1"/>
          </p:cNvSpPr>
          <p:nvPr>
            <p:ph sz="quarter" idx="3"/>
          </p:nvPr>
        </p:nvSpPr>
        <p:spPr>
          <a:xfrm>
            <a:off x="6858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Content Placeholder 5"/>
          <p:cNvSpPr>
            <a:spLocks noGrp="1"/>
          </p:cNvSpPr>
          <p:nvPr>
            <p:ph sz="quarter" idx="4"/>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p:txBody>
          <a:bodyPr/>
          <a:lstStyle>
            <a:lvl1pPr>
              <a:defRPr/>
            </a:lvl1pPr>
          </a:lstStyle>
          <a:p>
            <a:endParaRPr lang="en-GB" altLang="ko-KR"/>
          </a:p>
        </p:txBody>
      </p:sp>
      <p:sp>
        <p:nvSpPr>
          <p:cNvPr id="8" name="Footer Placeholder 4"/>
          <p:cNvSpPr>
            <a:spLocks noGrp="1"/>
          </p:cNvSpPr>
          <p:nvPr>
            <p:ph type="ftr" sz="quarter" idx="11"/>
          </p:nvPr>
        </p:nvSpPr>
        <p:spPr/>
        <p:txBody>
          <a:bodyPr/>
          <a:lstStyle>
            <a:lvl1pPr>
              <a:defRPr/>
            </a:lvl1pPr>
          </a:lstStyle>
          <a:p>
            <a:endParaRPr lang="en-GB" altLang="ko-KR"/>
          </a:p>
        </p:txBody>
      </p:sp>
      <p:sp>
        <p:nvSpPr>
          <p:cNvPr id="9" name="Slide Number Placeholder 5"/>
          <p:cNvSpPr>
            <a:spLocks noGrp="1"/>
          </p:cNvSpPr>
          <p:nvPr>
            <p:ph type="sldNum" sz="quarter" idx="12"/>
          </p:nvPr>
        </p:nvSpPr>
        <p:spPr/>
        <p:txBody>
          <a:bodyPr/>
          <a:lstStyle>
            <a:lvl1pPr>
              <a:defRPr/>
            </a:lvl1pPr>
          </a:lstStyle>
          <a:p>
            <a:fld id="{8227E6C7-5B1A-4CFA-BCE5-66E93F11040F}" type="slidenum">
              <a:rPr lang="ko-KR" altLang="en-GB"/>
              <a:pPr/>
              <a:t>‹#›</a:t>
            </a:fld>
            <a:endParaRPr lang="en-GB" altLang="ko-K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ko-KR"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ko-KR"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DA2F84D8-DD54-4B26-A6A5-44808BE73166}" type="slidenum">
              <a:rPr lang="ko-KR" altLang="en-GB"/>
              <a:pPr/>
              <a:t>‹#›</a:t>
            </a:fld>
            <a:endParaRPr lang="en-GB" altLang="ko-K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a:p>
        </p:txBody>
      </p:sp>
      <p:sp>
        <p:nvSpPr>
          <p:cNvPr id="3" name="Content Placeholder 2"/>
          <p:cNvSpPr>
            <a:spLocks noGrp="1"/>
          </p:cNvSpPr>
          <p:nvPr>
            <p:ph idx="1"/>
          </p:nvPr>
        </p:nvSpPr>
        <p:spPr/>
        <p:txBody>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02A840EB-EDBC-4356-8D46-8D11954B4BFB}" type="slidenum">
              <a:rPr lang="ko-KR" altLang="en-GB"/>
              <a:pPr/>
              <a:t>‹#›</a:t>
            </a:fld>
            <a:endParaRPr lang="en-GB" altLang="ko-K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ko-KR"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ko-KR"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FB783DED-1F02-4283-978F-3029D562A27D}" type="slidenum">
              <a:rPr lang="ko-KR" altLang="en-GB"/>
              <a:pPr/>
              <a:t>‹#›</a:t>
            </a:fld>
            <a:endParaRPr lang="en-GB" altLang="ko-K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5" name="Date Placeholder 3"/>
          <p:cNvSpPr>
            <a:spLocks noGrp="1"/>
          </p:cNvSpPr>
          <p:nvPr>
            <p:ph type="dt" sz="half" idx="10"/>
          </p:nvPr>
        </p:nvSpPr>
        <p:spPr/>
        <p:txBody>
          <a:bodyPr/>
          <a:lstStyle>
            <a:lvl1pPr>
              <a:defRPr/>
            </a:lvl1pPr>
          </a:lstStyle>
          <a:p>
            <a:endParaRPr lang="en-GB" altLang="ko-KR"/>
          </a:p>
        </p:txBody>
      </p:sp>
      <p:sp>
        <p:nvSpPr>
          <p:cNvPr id="6" name="Footer Placeholder 4"/>
          <p:cNvSpPr>
            <a:spLocks noGrp="1"/>
          </p:cNvSpPr>
          <p:nvPr>
            <p:ph type="ftr" sz="quarter" idx="11"/>
          </p:nvPr>
        </p:nvSpPr>
        <p:spPr/>
        <p:txBody>
          <a:bodyPr/>
          <a:lstStyle>
            <a:lvl1pPr>
              <a:defRPr/>
            </a:lvl1pPr>
          </a:lstStyle>
          <a:p>
            <a:endParaRPr lang="en-GB" altLang="ko-KR"/>
          </a:p>
        </p:txBody>
      </p:sp>
      <p:sp>
        <p:nvSpPr>
          <p:cNvPr id="7" name="Slide Number Placeholder 5"/>
          <p:cNvSpPr>
            <a:spLocks noGrp="1"/>
          </p:cNvSpPr>
          <p:nvPr>
            <p:ph type="sldNum" sz="quarter" idx="12"/>
          </p:nvPr>
        </p:nvSpPr>
        <p:spPr/>
        <p:txBody>
          <a:bodyPr/>
          <a:lstStyle>
            <a:lvl1pPr>
              <a:defRPr/>
            </a:lvl1pPr>
          </a:lstStyle>
          <a:p>
            <a:fld id="{FC27F630-1458-4478-AFA0-5B8113DF98C7}" type="slidenum">
              <a:rPr lang="ko-KR" altLang="en-GB"/>
              <a:pPr/>
              <a:t>‹#›</a:t>
            </a:fld>
            <a:endParaRPr lang="en-GB" altLang="ko-K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ko-KR"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7" name="Date Placeholder 3"/>
          <p:cNvSpPr>
            <a:spLocks noGrp="1"/>
          </p:cNvSpPr>
          <p:nvPr>
            <p:ph type="dt" sz="half" idx="10"/>
          </p:nvPr>
        </p:nvSpPr>
        <p:spPr/>
        <p:txBody>
          <a:bodyPr/>
          <a:lstStyle>
            <a:lvl1pPr>
              <a:defRPr/>
            </a:lvl1pPr>
          </a:lstStyle>
          <a:p>
            <a:endParaRPr lang="en-GB" altLang="ko-KR"/>
          </a:p>
        </p:txBody>
      </p:sp>
      <p:sp>
        <p:nvSpPr>
          <p:cNvPr id="8" name="Footer Placeholder 4"/>
          <p:cNvSpPr>
            <a:spLocks noGrp="1"/>
          </p:cNvSpPr>
          <p:nvPr>
            <p:ph type="ftr" sz="quarter" idx="11"/>
          </p:nvPr>
        </p:nvSpPr>
        <p:spPr/>
        <p:txBody>
          <a:bodyPr/>
          <a:lstStyle>
            <a:lvl1pPr>
              <a:defRPr/>
            </a:lvl1pPr>
          </a:lstStyle>
          <a:p>
            <a:endParaRPr lang="en-GB" altLang="ko-KR"/>
          </a:p>
        </p:txBody>
      </p:sp>
      <p:sp>
        <p:nvSpPr>
          <p:cNvPr id="9" name="Slide Number Placeholder 5"/>
          <p:cNvSpPr>
            <a:spLocks noGrp="1"/>
          </p:cNvSpPr>
          <p:nvPr>
            <p:ph type="sldNum" sz="quarter" idx="12"/>
          </p:nvPr>
        </p:nvSpPr>
        <p:spPr/>
        <p:txBody>
          <a:bodyPr/>
          <a:lstStyle>
            <a:lvl1pPr>
              <a:defRPr/>
            </a:lvl1pPr>
          </a:lstStyle>
          <a:p>
            <a:fld id="{E492E910-1EF9-4585-9018-E9773263695F}" type="slidenum">
              <a:rPr lang="ko-KR" altLang="en-GB"/>
              <a:pPr/>
              <a:t>‹#›</a:t>
            </a:fld>
            <a:endParaRPr lang="en-GB" altLang="ko-K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endParaRPr lang="en-GB" altLang="ko-KR"/>
          </a:p>
        </p:txBody>
      </p:sp>
      <p:sp>
        <p:nvSpPr>
          <p:cNvPr id="4" name="Footer Placeholder 4"/>
          <p:cNvSpPr>
            <a:spLocks noGrp="1"/>
          </p:cNvSpPr>
          <p:nvPr>
            <p:ph type="ftr" sz="quarter" idx="11"/>
          </p:nvPr>
        </p:nvSpPr>
        <p:spPr/>
        <p:txBody>
          <a:bodyPr/>
          <a:lstStyle>
            <a:lvl1pPr>
              <a:defRPr/>
            </a:lvl1pPr>
          </a:lstStyle>
          <a:p>
            <a:endParaRPr lang="en-GB" altLang="ko-KR"/>
          </a:p>
        </p:txBody>
      </p:sp>
      <p:sp>
        <p:nvSpPr>
          <p:cNvPr id="5" name="Slide Number Placeholder 5"/>
          <p:cNvSpPr>
            <a:spLocks noGrp="1"/>
          </p:cNvSpPr>
          <p:nvPr>
            <p:ph type="sldNum" sz="quarter" idx="12"/>
          </p:nvPr>
        </p:nvSpPr>
        <p:spPr/>
        <p:txBody>
          <a:bodyPr/>
          <a:lstStyle>
            <a:lvl1pPr>
              <a:defRPr/>
            </a:lvl1pPr>
          </a:lstStyle>
          <a:p>
            <a:fld id="{35BB15F8-F221-49B0-84AA-6913582875FD}" type="slidenum">
              <a:rPr lang="ko-KR" altLang="en-GB"/>
              <a:pPr/>
              <a:t>‹#›</a:t>
            </a:fld>
            <a:endParaRPr lang="en-GB" altLang="ko-K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endParaRPr lang="en-GB" altLang="ko-KR"/>
          </a:p>
        </p:txBody>
      </p:sp>
      <p:sp>
        <p:nvSpPr>
          <p:cNvPr id="3" name="Footer Placeholder 4"/>
          <p:cNvSpPr>
            <a:spLocks noGrp="1"/>
          </p:cNvSpPr>
          <p:nvPr>
            <p:ph type="ftr" sz="quarter" idx="11"/>
          </p:nvPr>
        </p:nvSpPr>
        <p:spPr/>
        <p:txBody>
          <a:bodyPr/>
          <a:lstStyle>
            <a:lvl1pPr>
              <a:defRPr/>
            </a:lvl1pPr>
          </a:lstStyle>
          <a:p>
            <a:endParaRPr lang="en-GB" altLang="ko-KR"/>
          </a:p>
        </p:txBody>
      </p:sp>
      <p:sp>
        <p:nvSpPr>
          <p:cNvPr id="4" name="Slide Number Placeholder 5"/>
          <p:cNvSpPr>
            <a:spLocks noGrp="1"/>
          </p:cNvSpPr>
          <p:nvPr>
            <p:ph type="sldNum" sz="quarter" idx="12"/>
          </p:nvPr>
        </p:nvSpPr>
        <p:spPr/>
        <p:txBody>
          <a:bodyPr/>
          <a:lstStyle>
            <a:lvl1pPr>
              <a:defRPr/>
            </a:lvl1pPr>
          </a:lstStyle>
          <a:p>
            <a:fld id="{8943A9B4-B496-4943-B701-74111A4898C1}" type="slidenum">
              <a:rPr lang="ko-KR" altLang="en-GB"/>
              <a:pPr/>
              <a:t>‹#›</a:t>
            </a:fld>
            <a:endParaRPr lang="en-GB" altLang="ko-K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ko-KR"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smtClean="0"/>
              <a:t>Click to edit Master text styles</a:t>
            </a:r>
          </a:p>
        </p:txBody>
      </p:sp>
      <p:sp>
        <p:nvSpPr>
          <p:cNvPr id="5" name="Date Placeholder 3"/>
          <p:cNvSpPr>
            <a:spLocks noGrp="1"/>
          </p:cNvSpPr>
          <p:nvPr>
            <p:ph type="dt" sz="half" idx="10"/>
          </p:nvPr>
        </p:nvSpPr>
        <p:spPr/>
        <p:txBody>
          <a:bodyPr/>
          <a:lstStyle>
            <a:lvl1pPr>
              <a:defRPr/>
            </a:lvl1pPr>
          </a:lstStyle>
          <a:p>
            <a:endParaRPr lang="en-GB" altLang="ko-KR"/>
          </a:p>
        </p:txBody>
      </p:sp>
      <p:sp>
        <p:nvSpPr>
          <p:cNvPr id="6" name="Footer Placeholder 4"/>
          <p:cNvSpPr>
            <a:spLocks noGrp="1"/>
          </p:cNvSpPr>
          <p:nvPr>
            <p:ph type="ftr" sz="quarter" idx="11"/>
          </p:nvPr>
        </p:nvSpPr>
        <p:spPr/>
        <p:txBody>
          <a:bodyPr/>
          <a:lstStyle>
            <a:lvl1pPr>
              <a:defRPr/>
            </a:lvl1pPr>
          </a:lstStyle>
          <a:p>
            <a:endParaRPr lang="en-GB" altLang="ko-KR"/>
          </a:p>
        </p:txBody>
      </p:sp>
      <p:sp>
        <p:nvSpPr>
          <p:cNvPr id="7" name="Slide Number Placeholder 5"/>
          <p:cNvSpPr>
            <a:spLocks noGrp="1"/>
          </p:cNvSpPr>
          <p:nvPr>
            <p:ph type="sldNum" sz="quarter" idx="12"/>
          </p:nvPr>
        </p:nvSpPr>
        <p:spPr/>
        <p:txBody>
          <a:bodyPr/>
          <a:lstStyle>
            <a:lvl1pPr>
              <a:defRPr/>
            </a:lvl1pPr>
          </a:lstStyle>
          <a:p>
            <a:fld id="{2A93AB87-5EF3-41E3-866D-EF945F0238AB}" type="slidenum">
              <a:rPr lang="ko-KR" altLang="en-GB"/>
              <a:pPr/>
              <a:t>‹#›</a:t>
            </a:fld>
            <a:endParaRPr lang="en-GB" altLang="ko-K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ko-KR"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smtClean="0"/>
              <a:t>Click to edit Master text styles</a:t>
            </a:r>
          </a:p>
        </p:txBody>
      </p:sp>
      <p:sp>
        <p:nvSpPr>
          <p:cNvPr id="5" name="Date Placeholder 3"/>
          <p:cNvSpPr>
            <a:spLocks noGrp="1"/>
          </p:cNvSpPr>
          <p:nvPr>
            <p:ph type="dt" sz="half" idx="10"/>
          </p:nvPr>
        </p:nvSpPr>
        <p:spPr/>
        <p:txBody>
          <a:bodyPr/>
          <a:lstStyle>
            <a:lvl1pPr>
              <a:defRPr/>
            </a:lvl1pPr>
          </a:lstStyle>
          <a:p>
            <a:endParaRPr lang="en-GB" altLang="ko-KR"/>
          </a:p>
        </p:txBody>
      </p:sp>
      <p:sp>
        <p:nvSpPr>
          <p:cNvPr id="6" name="Footer Placeholder 4"/>
          <p:cNvSpPr>
            <a:spLocks noGrp="1"/>
          </p:cNvSpPr>
          <p:nvPr>
            <p:ph type="ftr" sz="quarter" idx="11"/>
          </p:nvPr>
        </p:nvSpPr>
        <p:spPr/>
        <p:txBody>
          <a:bodyPr/>
          <a:lstStyle>
            <a:lvl1pPr>
              <a:defRPr/>
            </a:lvl1pPr>
          </a:lstStyle>
          <a:p>
            <a:endParaRPr lang="en-GB" altLang="ko-KR"/>
          </a:p>
        </p:txBody>
      </p:sp>
      <p:sp>
        <p:nvSpPr>
          <p:cNvPr id="7" name="Slide Number Placeholder 5"/>
          <p:cNvSpPr>
            <a:spLocks noGrp="1"/>
          </p:cNvSpPr>
          <p:nvPr>
            <p:ph type="sldNum" sz="quarter" idx="12"/>
          </p:nvPr>
        </p:nvSpPr>
        <p:spPr/>
        <p:txBody>
          <a:bodyPr/>
          <a:lstStyle>
            <a:lvl1pPr>
              <a:defRPr/>
            </a:lvl1pPr>
          </a:lstStyle>
          <a:p>
            <a:fld id="{D031DAD9-902F-42B3-8B2D-6260EAA26CAA}" type="slidenum">
              <a:rPr lang="ko-KR" altLang="en-GB"/>
              <a:pPr/>
              <a:t>‹#›</a:t>
            </a:fld>
            <a:endParaRPr lang="en-GB" altLang="ko-K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2362D949-047E-4A41-8712-CB885EA31E1E}" type="slidenum">
              <a:rPr lang="ko-KR" altLang="en-GB"/>
              <a:pPr/>
              <a:t>‹#›</a:t>
            </a:fld>
            <a:endParaRPr lang="en-GB" altLang="ko-K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ko-KR"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Date Placeholder 3"/>
          <p:cNvSpPr>
            <a:spLocks noGrp="1"/>
          </p:cNvSpPr>
          <p:nvPr>
            <p:ph type="dt" sz="half" idx="10"/>
          </p:nvPr>
        </p:nvSpPr>
        <p:spPr/>
        <p:txBody>
          <a:bodyPr/>
          <a:lstStyle>
            <a:lvl1pPr>
              <a:defRPr/>
            </a:lvl1pPr>
          </a:lstStyle>
          <a:p>
            <a:endParaRPr lang="en-GB" altLang="ko-KR"/>
          </a:p>
        </p:txBody>
      </p:sp>
      <p:sp>
        <p:nvSpPr>
          <p:cNvPr id="5" name="Footer Placeholder 4"/>
          <p:cNvSpPr>
            <a:spLocks noGrp="1"/>
          </p:cNvSpPr>
          <p:nvPr>
            <p:ph type="ftr" sz="quarter" idx="11"/>
          </p:nvPr>
        </p:nvSpPr>
        <p:spPr/>
        <p:txBody>
          <a:bodyPr/>
          <a:lstStyle>
            <a:lvl1pPr>
              <a:defRPr/>
            </a:lvl1pPr>
          </a:lstStyle>
          <a:p>
            <a:endParaRPr lang="en-GB" altLang="ko-KR"/>
          </a:p>
        </p:txBody>
      </p:sp>
      <p:sp>
        <p:nvSpPr>
          <p:cNvPr id="6" name="Slide Number Placeholder 5"/>
          <p:cNvSpPr>
            <a:spLocks noGrp="1"/>
          </p:cNvSpPr>
          <p:nvPr>
            <p:ph type="sldNum" sz="quarter" idx="12"/>
          </p:nvPr>
        </p:nvSpPr>
        <p:spPr/>
        <p:txBody>
          <a:bodyPr/>
          <a:lstStyle>
            <a:lvl1pPr>
              <a:defRPr/>
            </a:lvl1pPr>
          </a:lstStyle>
          <a:p>
            <a:fld id="{F2052D86-1A39-4F68-B09B-82A69EAF1847}" type="slidenum">
              <a:rPr lang="ko-KR" altLang="en-GB"/>
              <a:pPr/>
              <a:t>‹#›</a:t>
            </a:fld>
            <a:endParaRPr lang="en-GB" altLang="ko-KR"/>
          </a:p>
        </p:txBody>
      </p:sp>
    </p:spTree>
  </p:cSld>
  <p:clrMapOvr>
    <a:masterClrMapping/>
  </p:clrMapOvr>
</p:sldLayout>
</file>

<file path=ppt/slideMasters/_rels/slideMaster1.xml.rels><?xml version="1.0" encoding="UTF-8" standalone="yes"?>
<Relationships xmlns="http://schemas.openxmlformats.org/package/2006/relationships"><Relationship Id="rId14" Type="http://schemas.openxmlformats.org/officeDocument/2006/relationships/slideLayout" Target="../slideLayouts/slideLayout14.xml"/><Relationship Id="rId4" Type="http://schemas.openxmlformats.org/officeDocument/2006/relationships/slideLayout" Target="../slideLayouts/slideLayout4.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 Type="http://schemas.openxmlformats.org/officeDocument/2006/relationships/slideLayout" Target="../slideLayouts/slideLayout1.xml"/><Relationship Id="rId6" Type="http://schemas.openxmlformats.org/officeDocument/2006/relationships/slideLayout" Target="../slideLayouts/slideLayout6.xml"/><Relationship Id="rId16" Type="http://schemas.openxmlformats.org/officeDocument/2006/relationships/slideLayout" Target="../slideLayouts/slideLayout16.xml"/><Relationship Id="rId8" Type="http://schemas.openxmlformats.org/officeDocument/2006/relationships/slideLayout" Target="../slideLayouts/slideLayout8.xml"/><Relationship Id="rId13" Type="http://schemas.openxmlformats.org/officeDocument/2006/relationships/slideLayout" Target="../slideLayouts/slideLayout13.xml"/><Relationship Id="rId10" Type="http://schemas.openxmlformats.org/officeDocument/2006/relationships/slideLayout" Target="../slideLayouts/slideLayout1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4" Type="http://schemas.openxmlformats.org/officeDocument/2006/relationships/slideLayout" Target="../slideLayouts/slideLayout20.xml"/><Relationship Id="rId10" Type="http://schemas.openxmlformats.org/officeDocument/2006/relationships/slideLayout" Target="../slideLayouts/slideLayout26.xml"/><Relationship Id="rId5" Type="http://schemas.openxmlformats.org/officeDocument/2006/relationships/slideLayout" Target="../slideLayouts/slideLayout21.xml"/><Relationship Id="rId7" Type="http://schemas.openxmlformats.org/officeDocument/2006/relationships/slideLayout" Target="../slideLayouts/slideLayout23.xml"/><Relationship Id="rId11" Type="http://schemas.openxmlformats.org/officeDocument/2006/relationships/slideLayout" Target="../slideLayouts/slideLayout27.xml"/><Relationship Id="rId12" Type="http://schemas.openxmlformats.org/officeDocument/2006/relationships/theme" Target="../theme/theme2.xml"/><Relationship Id="rId1" Type="http://schemas.openxmlformats.org/officeDocument/2006/relationships/slideLayout" Target="../slideLayouts/slideLayout17.xml"/><Relationship Id="rId2" Type="http://schemas.openxmlformats.org/officeDocument/2006/relationships/slideLayout" Target="../slideLayouts/slideLayout18.xml"/><Relationship Id="rId9" Type="http://schemas.openxmlformats.org/officeDocument/2006/relationships/slideLayout" Target="../slideLayouts/slideLayout25.xml"/><Relationship Id="rId3" Type="http://schemas.openxmlformats.org/officeDocument/2006/relationships/slideLayout" Target="../slideLayouts/slideLayout19.xml"/><Relationship Id="rId6"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AU"/>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imes New Roman" pitchFamily="-28" charset="0"/>
              </a:defRPr>
            </a:lvl1pPr>
          </a:lstStyle>
          <a:p>
            <a:endParaRPr lang="en-GB" alt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Times New Roman" pitchFamily="-28" charset="0"/>
              </a:defRPr>
            </a:lvl1pPr>
          </a:lstStyle>
          <a:p>
            <a:endParaRPr lang="en-GB" alt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imes New Roman" pitchFamily="-28" charset="0"/>
              </a:defRPr>
            </a:lvl1pPr>
          </a:lstStyle>
          <a:p>
            <a:fld id="{C84C4E89-0947-41E0-BBFA-482E5D81D35D}" type="slidenum">
              <a:rPr lang="ko-KR" altLang="en-GB"/>
              <a:pPr/>
              <a:t>‹#›</a:t>
            </a:fld>
            <a:endParaRPr lang="en-GB" altLang="ko-KR"/>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28" charset="0"/>
        <a:buChar char="•"/>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pitchFamily="-28"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pitchFamily="-28"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pitchFamily="-28"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pitchFamily="-28"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843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AU"/>
          </a:p>
        </p:txBody>
      </p:sp>
      <p:sp>
        <p:nvSpPr>
          <p:cNvPr id="1843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imes New Roman" pitchFamily="-28" charset="0"/>
              </a:defRPr>
            </a:lvl1pPr>
          </a:lstStyle>
          <a:p>
            <a:endParaRPr lang="en-GB" alt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Times New Roman" pitchFamily="-28" charset="0"/>
              </a:defRPr>
            </a:lvl1pPr>
          </a:lstStyle>
          <a:p>
            <a:endParaRPr lang="en-GB" alt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imes New Roman" pitchFamily="-28" charset="0"/>
              </a:defRPr>
            </a:lvl1pPr>
          </a:lstStyle>
          <a:p>
            <a:fld id="{F9CB6C77-34FC-429C-BE7B-AE0802B5A787}" type="slidenum">
              <a:rPr lang="ko-KR" altLang="en-GB"/>
              <a:pPr/>
              <a:t>‹#›</a:t>
            </a:fld>
            <a:endParaRPr lang="en-GB" altLang="ko-KR"/>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ctr" rtl="0" eaLnBrk="0" fontAlgn="base" latinLnBrk="1" hangingPunct="0">
        <a:spcBef>
          <a:spcPct val="0"/>
        </a:spcBef>
        <a:spcAft>
          <a:spcPct val="0"/>
        </a:spcAft>
        <a:defRPr kumimoji="1" sz="4400">
          <a:solidFill>
            <a:schemeClr val="tx1"/>
          </a:solidFill>
          <a:latin typeface="+mj-lt"/>
          <a:ea typeface="+mj-ea"/>
          <a:cs typeface="+mj-cs"/>
        </a:defRPr>
      </a:lvl1pPr>
      <a:lvl2pPr algn="ctr" rtl="0" eaLnBrk="0" fontAlgn="base" latinLnBrk="1" hangingPunct="0">
        <a:spcBef>
          <a:spcPct val="0"/>
        </a:spcBef>
        <a:spcAft>
          <a:spcPct val="0"/>
        </a:spcAft>
        <a:defRPr kumimoji="1" sz="4400">
          <a:solidFill>
            <a:schemeClr val="tx1"/>
          </a:solidFill>
          <a:latin typeface="굴림" charset="-127"/>
          <a:ea typeface="굴림" charset="-127"/>
          <a:cs typeface="굴림" charset="-127"/>
        </a:defRPr>
      </a:lvl2pPr>
      <a:lvl3pPr algn="ctr" rtl="0" eaLnBrk="0" fontAlgn="base" latinLnBrk="1" hangingPunct="0">
        <a:spcBef>
          <a:spcPct val="0"/>
        </a:spcBef>
        <a:spcAft>
          <a:spcPct val="0"/>
        </a:spcAft>
        <a:defRPr kumimoji="1" sz="4400">
          <a:solidFill>
            <a:schemeClr val="tx1"/>
          </a:solidFill>
          <a:latin typeface="굴림" charset="-127"/>
          <a:ea typeface="굴림" charset="-127"/>
          <a:cs typeface="굴림" charset="-127"/>
        </a:defRPr>
      </a:lvl3pPr>
      <a:lvl4pPr algn="ctr" rtl="0" eaLnBrk="0" fontAlgn="base" latinLnBrk="1" hangingPunct="0">
        <a:spcBef>
          <a:spcPct val="0"/>
        </a:spcBef>
        <a:spcAft>
          <a:spcPct val="0"/>
        </a:spcAft>
        <a:defRPr kumimoji="1" sz="4400">
          <a:solidFill>
            <a:schemeClr val="tx1"/>
          </a:solidFill>
          <a:latin typeface="굴림" charset="-127"/>
          <a:ea typeface="굴림" charset="-127"/>
          <a:cs typeface="굴림" charset="-127"/>
        </a:defRPr>
      </a:lvl4pPr>
      <a:lvl5pPr algn="ctr" rtl="0" eaLnBrk="0" fontAlgn="base" latinLnBrk="1" hangingPunct="0">
        <a:spcBef>
          <a:spcPct val="0"/>
        </a:spcBef>
        <a:spcAft>
          <a:spcPct val="0"/>
        </a:spcAft>
        <a:defRPr kumimoji="1" sz="4400">
          <a:solidFill>
            <a:schemeClr val="tx1"/>
          </a:solidFill>
          <a:latin typeface="굴림" charset="-127"/>
          <a:ea typeface="굴림" charset="-127"/>
          <a:cs typeface="굴림" charset="-127"/>
        </a:defRPr>
      </a:lvl5pPr>
      <a:lvl6pPr marL="457200" algn="ctr" rtl="0" fontAlgn="base" latinLnBrk="1">
        <a:spcBef>
          <a:spcPct val="0"/>
        </a:spcBef>
        <a:spcAft>
          <a:spcPct val="0"/>
        </a:spcAft>
        <a:defRPr kumimoji="1" sz="4400">
          <a:solidFill>
            <a:schemeClr val="tx1"/>
          </a:solidFill>
          <a:latin typeface="굴림" charset="-127"/>
          <a:ea typeface="굴림" charset="-127"/>
          <a:cs typeface="굴림" charset="-127"/>
        </a:defRPr>
      </a:lvl6pPr>
      <a:lvl7pPr marL="914400" algn="ctr" rtl="0" fontAlgn="base" latinLnBrk="1">
        <a:spcBef>
          <a:spcPct val="0"/>
        </a:spcBef>
        <a:spcAft>
          <a:spcPct val="0"/>
        </a:spcAft>
        <a:defRPr kumimoji="1" sz="4400">
          <a:solidFill>
            <a:schemeClr val="tx1"/>
          </a:solidFill>
          <a:latin typeface="굴림" charset="-127"/>
          <a:ea typeface="굴림" charset="-127"/>
          <a:cs typeface="굴림" charset="-127"/>
        </a:defRPr>
      </a:lvl7pPr>
      <a:lvl8pPr marL="1371600" algn="ctr" rtl="0" fontAlgn="base" latinLnBrk="1">
        <a:spcBef>
          <a:spcPct val="0"/>
        </a:spcBef>
        <a:spcAft>
          <a:spcPct val="0"/>
        </a:spcAft>
        <a:defRPr kumimoji="1" sz="4400">
          <a:solidFill>
            <a:schemeClr val="tx1"/>
          </a:solidFill>
          <a:latin typeface="굴림" charset="-127"/>
          <a:ea typeface="굴림" charset="-127"/>
          <a:cs typeface="굴림" charset="-127"/>
        </a:defRPr>
      </a:lvl8pPr>
      <a:lvl9pPr marL="1828800" algn="ctr" rtl="0" fontAlgn="base" latinLnBrk="1">
        <a:spcBef>
          <a:spcPct val="0"/>
        </a:spcBef>
        <a:spcAft>
          <a:spcPct val="0"/>
        </a:spcAft>
        <a:defRPr kumimoji="1" sz="4400">
          <a:solidFill>
            <a:schemeClr val="tx1"/>
          </a:solidFill>
          <a:latin typeface="굴림" charset="-127"/>
          <a:ea typeface="굴림" charset="-127"/>
          <a:cs typeface="굴림" charset="-127"/>
        </a:defRPr>
      </a:lvl9pPr>
    </p:titleStyle>
    <p:bodyStyle>
      <a:lvl1pPr marL="342900" indent="-342900" algn="l" rtl="0" eaLnBrk="0" fontAlgn="base" latinLnBrk="1" hangingPunct="0">
        <a:spcBef>
          <a:spcPct val="20000"/>
        </a:spcBef>
        <a:spcAft>
          <a:spcPct val="0"/>
        </a:spcAft>
        <a:buFont typeface="Arial" pitchFamily="-28" charset="0"/>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itchFamily="-28" charset="0"/>
        <a:buChar char="–"/>
        <a:defRPr kumimoji="1" sz="28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itchFamily="-28" charset="0"/>
        <a:buChar char="•"/>
        <a:defRPr kumimoji="1" sz="24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itchFamily="-28" charset="0"/>
        <a:buChar char="–"/>
        <a:defRPr kumimoji="1" sz="20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itchFamily="-28" charset="0"/>
        <a:buChar char="»"/>
        <a:defRPr kumimoji="1" sz="2000">
          <a:solidFill>
            <a:schemeClr val="tx1"/>
          </a:solidFill>
          <a:latin typeface="+mn-lt"/>
          <a:ea typeface="+mn-ea"/>
          <a:cs typeface="+mn-cs"/>
        </a:defRPr>
      </a:lvl5pPr>
      <a:lvl6pPr marL="2514600" indent="-228600" algn="l" rtl="0" fontAlgn="base" latinLnBrk="1">
        <a:spcBef>
          <a:spcPct val="20000"/>
        </a:spcBef>
        <a:spcAft>
          <a:spcPct val="0"/>
        </a:spcAft>
        <a:buFont typeface="Arial" charset="0"/>
        <a:buChar char="»"/>
        <a:defRPr kumimoji="1" sz="2000">
          <a:solidFill>
            <a:schemeClr val="tx1"/>
          </a:solidFill>
          <a:latin typeface="+mn-lt"/>
          <a:ea typeface="+mn-ea"/>
          <a:cs typeface="+mn-cs"/>
        </a:defRPr>
      </a:lvl6pPr>
      <a:lvl7pPr marL="2971800" indent="-228600" algn="l" rtl="0" fontAlgn="base" latinLnBrk="1">
        <a:spcBef>
          <a:spcPct val="20000"/>
        </a:spcBef>
        <a:spcAft>
          <a:spcPct val="0"/>
        </a:spcAft>
        <a:buFont typeface="Arial" charset="0"/>
        <a:buChar char="»"/>
        <a:defRPr kumimoji="1" sz="2000">
          <a:solidFill>
            <a:schemeClr val="tx1"/>
          </a:solidFill>
          <a:latin typeface="+mn-lt"/>
          <a:ea typeface="+mn-ea"/>
          <a:cs typeface="+mn-cs"/>
        </a:defRPr>
      </a:lvl7pPr>
      <a:lvl8pPr marL="3429000" indent="-228600" algn="l" rtl="0" fontAlgn="base" latinLnBrk="1">
        <a:spcBef>
          <a:spcPct val="20000"/>
        </a:spcBef>
        <a:spcAft>
          <a:spcPct val="0"/>
        </a:spcAft>
        <a:buFont typeface="Arial" charset="0"/>
        <a:buChar char="»"/>
        <a:defRPr kumimoji="1" sz="2000">
          <a:solidFill>
            <a:schemeClr val="tx1"/>
          </a:solidFill>
          <a:latin typeface="+mn-lt"/>
          <a:ea typeface="+mn-ea"/>
          <a:cs typeface="+mn-cs"/>
        </a:defRPr>
      </a:lvl8pPr>
      <a:lvl9pPr marL="3886200" indent="-228600" algn="l" rtl="0" fontAlgn="base" latinLnBrk="1">
        <a:spcBef>
          <a:spcPct val="20000"/>
        </a:spcBef>
        <a:spcAft>
          <a:spcPct val="0"/>
        </a:spcAft>
        <a:buFont typeface="Arial" charset="0"/>
        <a:buChar char="»"/>
        <a:defRPr kumimoji="1"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3"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oleObject" Target="../embeddings/oleObject1.bin"/><Relationship Id="rId1" Type="http://schemas.openxmlformats.org/officeDocument/2006/relationships/vmlDrawing" Target="../drawings/vmlDrawing1.vml"/><Relationship Id="rId2" Type="http://schemas.openxmlformats.org/officeDocument/2006/relationships/slideLayout" Target="../slideLayouts/slideLayout7.xml"/><Relationship Id="rId3" Type="http://schemas.openxmlformats.org/officeDocument/2006/relationships/image" Target="../media/image3.jpeg"/><Relationship Id="rId5"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4" Type="http://schemas.openxmlformats.org/officeDocument/2006/relationships/oleObject" Target="../embeddings/oleObject3.bin"/><Relationship Id="rId1" Type="http://schemas.openxmlformats.org/officeDocument/2006/relationships/vmlDrawing" Target="../drawings/vmlDrawing2.vml"/><Relationship Id="rId2" Type="http://schemas.openxmlformats.org/officeDocument/2006/relationships/slideLayout" Target="../slideLayouts/slideLayout7.xml"/><Relationship Id="rId3" Type="http://schemas.openxmlformats.org/officeDocument/2006/relationships/image" Target="../media/image3.jpeg"/><Relationship Id="rId5"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4" Type="http://schemas.openxmlformats.org/officeDocument/2006/relationships/oleObject" Target="../embeddings/oleObject6.bin"/><Relationship Id="rId1" Type="http://schemas.openxmlformats.org/officeDocument/2006/relationships/vmlDrawing" Target="../drawings/vmlDrawing3.vml"/><Relationship Id="rId2" Type="http://schemas.openxmlformats.org/officeDocument/2006/relationships/slideLayout" Target="../slideLayouts/slideLayout7.xml"/><Relationship Id="rId3" Type="http://schemas.openxmlformats.org/officeDocument/2006/relationships/oleObject" Target="../embeddings/oleObject5.bin"/><Relationship Id="rId5" Type="http://schemas.openxmlformats.org/officeDocument/2006/relationships/image" Target="../media/image3.jpeg"/></Relationships>
</file>

<file path=ppt/slides/_rels/slide8.xml.rels><?xml version="1.0" encoding="UTF-8" standalone="yes"?>
<Relationships xmlns="http://schemas.openxmlformats.org/package/2006/relationships"><Relationship Id="rId4" Type="http://schemas.openxmlformats.org/officeDocument/2006/relationships/oleObject" Target="../embeddings/oleObject7.bin"/><Relationship Id="rId1" Type="http://schemas.openxmlformats.org/officeDocument/2006/relationships/vmlDrawing" Target="../drawings/vmlDrawing4.vml"/><Relationship Id="rId2" Type="http://schemas.openxmlformats.org/officeDocument/2006/relationships/slideLayout" Target="../slideLayouts/slideLayout7.xml"/><Relationship Id="rId3" Type="http://schemas.openxmlformats.org/officeDocument/2006/relationships/image" Target="../media/image3.jpeg"/><Relationship Id="rId5"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4.xml"/><Relationship Id="rId3" Type="http://schemas.openxmlformats.org/officeDocument/2006/relationships/oleObject" Target="../embeddings/Microsoft_Equation1.bin"/><Relationship Id="rId1" Type="http://schemas.openxmlformats.org/officeDocument/2006/relationships/vmlDrawing" Target="../drawings/vmlDrawing5.v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3" Type="http://schemas.openxmlformats.org/officeDocument/2006/relationships/image" Target="../media/image9.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6" Type="http://schemas.openxmlformats.org/officeDocument/2006/relationships/oleObject" Target="../embeddings/Microsoft_Equation5.bin"/><Relationship Id="rId4" Type="http://schemas.openxmlformats.org/officeDocument/2006/relationships/oleObject" Target="../embeddings/Microsoft_Equation3.bin"/><Relationship Id="rId1" Type="http://schemas.openxmlformats.org/officeDocument/2006/relationships/vmlDrawing" Target="../drawings/vmlDrawing6.vml"/><Relationship Id="rId2" Type="http://schemas.openxmlformats.org/officeDocument/2006/relationships/slideLayout" Target="../slideLayouts/slideLayout14.xml"/><Relationship Id="rId3" Type="http://schemas.openxmlformats.org/officeDocument/2006/relationships/oleObject" Target="../embeddings/Microsoft_Equation2.bin"/><Relationship Id="rId5" Type="http://schemas.openxmlformats.org/officeDocument/2006/relationships/oleObject" Target="../embeddings/Microsoft_Equation4.bin"/></Relationships>
</file>

<file path=ppt/slides/_rels/slide18.xml.rels><?xml version="1.0" encoding="UTF-8" standalone="yes"?>
<Relationships xmlns="http://schemas.openxmlformats.org/package/2006/relationships"><Relationship Id="rId4" Type="http://schemas.openxmlformats.org/officeDocument/2006/relationships/oleObject" Target="../embeddings/Microsoft_Equation7.bin"/><Relationship Id="rId1" Type="http://schemas.openxmlformats.org/officeDocument/2006/relationships/vmlDrawing" Target="../drawings/vmlDrawing7.vml"/><Relationship Id="rId2" Type="http://schemas.openxmlformats.org/officeDocument/2006/relationships/slideLayout" Target="../slideLayouts/slideLayout2.xml"/><Relationship Id="rId3" Type="http://schemas.openxmlformats.org/officeDocument/2006/relationships/oleObject" Target="../embeddings/Microsoft_Equation6.bin"/><Relationship Id="rId5" Type="http://schemas.openxmlformats.org/officeDocument/2006/relationships/oleObject" Target="../embeddings/Microsoft_Equation8.bin"/></Relationships>
</file>

<file path=ppt/slides/_rels/slide19.xml.rels><?xml version="1.0" encoding="UTF-8" standalone="yes"?>
<Relationships xmlns="http://schemas.openxmlformats.org/package/2006/relationships"><Relationship Id="rId4" Type="http://schemas.openxmlformats.org/officeDocument/2006/relationships/oleObject" Target="../embeddings/Microsoft_Equation10.bin"/><Relationship Id="rId1" Type="http://schemas.openxmlformats.org/officeDocument/2006/relationships/vmlDrawing" Target="../drawings/vmlDrawing8.vml"/><Relationship Id="rId2" Type="http://schemas.openxmlformats.org/officeDocument/2006/relationships/slideLayout" Target="../slideLayouts/slideLayout12.xml"/><Relationship Id="rId3" Type="http://schemas.openxmlformats.org/officeDocument/2006/relationships/oleObject" Target="../embeddings/Microsoft_Equation9.bin"/><Relationship Id="rId5" Type="http://schemas.openxmlformats.org/officeDocument/2006/relationships/oleObject" Target="../embeddings/Microsoft_Equation11.bin"/></Relationships>
</file>

<file path=ppt/slides/_rels/slide20.xml.rels><?xml version="1.0" encoding="UTF-8" standalone="yes"?>
<Relationships xmlns="http://schemas.openxmlformats.org/package/2006/relationships"><Relationship Id="rId4" Type="http://schemas.openxmlformats.org/officeDocument/2006/relationships/image" Target="../media/image20.png"/><Relationship Id="rId1" Type="http://schemas.openxmlformats.org/officeDocument/2006/relationships/vmlDrawing" Target="../drawings/vmlDrawing9.vml"/><Relationship Id="rId2" Type="http://schemas.openxmlformats.org/officeDocument/2006/relationships/slideLayout" Target="../slideLayouts/slideLayout2.xml"/><Relationship Id="rId3" Type="http://schemas.openxmlformats.org/officeDocument/2006/relationships/oleObject" Target="../embeddings/Microsoft_Equation12.bin"/></Relationships>
</file>

<file path=ppt/slides/_rels/slide21.xml.rels><?xml version="1.0" encoding="UTF-8" standalone="yes"?>
<Relationships xmlns="http://schemas.openxmlformats.org/package/2006/relationships"><Relationship Id="rId4" Type="http://schemas.openxmlformats.org/officeDocument/2006/relationships/oleObject" Target="../embeddings/Microsoft_Equation14.bin"/><Relationship Id="rId1" Type="http://schemas.openxmlformats.org/officeDocument/2006/relationships/vmlDrawing" Target="../drawings/vmlDrawing10.vml"/><Relationship Id="rId2" Type="http://schemas.openxmlformats.org/officeDocument/2006/relationships/slideLayout" Target="../slideLayouts/slideLayout2.xml"/><Relationship Id="rId3" Type="http://schemas.openxmlformats.org/officeDocument/2006/relationships/oleObject" Target="../embeddings/Microsoft_Equation13.bin"/><Relationship Id="rId5" Type="http://schemas.openxmlformats.org/officeDocument/2006/relationships/oleObject" Target="../embeddings/Microsoft_Equation15.bin"/></Relationships>
</file>

<file path=ppt/slides/_rels/slide22.xml.rels><?xml version="1.0" encoding="UTF-8" standalone="yes"?>
<Relationships xmlns="http://schemas.openxmlformats.org/package/2006/relationships"><Relationship Id="rId4" Type="http://schemas.openxmlformats.org/officeDocument/2006/relationships/oleObject" Target="../embeddings/Microsoft_Equation17.bin"/><Relationship Id="rId1" Type="http://schemas.openxmlformats.org/officeDocument/2006/relationships/vmlDrawing" Target="../drawings/vmlDrawing11.vml"/><Relationship Id="rId2" Type="http://schemas.openxmlformats.org/officeDocument/2006/relationships/slideLayout" Target="../slideLayouts/slideLayout2.xml"/><Relationship Id="rId3" Type="http://schemas.openxmlformats.org/officeDocument/2006/relationships/oleObject" Target="../embeddings/Microsoft_Equation16.bin"/></Relationships>
</file>

<file path=ppt/slides/_rels/slide23.xml.rels><?xml version="1.0" encoding="UTF-8" standalone="yes"?>
<Relationships xmlns="http://schemas.openxmlformats.org/package/2006/relationships"><Relationship Id="rId4" Type="http://schemas.openxmlformats.org/officeDocument/2006/relationships/oleObject" Target="../embeddings/Microsoft_Equation19.bin"/><Relationship Id="rId1" Type="http://schemas.openxmlformats.org/officeDocument/2006/relationships/vmlDrawing" Target="../drawings/vmlDrawing12.vml"/><Relationship Id="rId2" Type="http://schemas.openxmlformats.org/officeDocument/2006/relationships/slideLayout" Target="../slideLayouts/slideLayout14.xml"/><Relationship Id="rId3" Type="http://schemas.openxmlformats.org/officeDocument/2006/relationships/oleObject" Target="../embeddings/Microsoft_Equation18.bin"/><Relationship Id="rId5" Type="http://schemas.openxmlformats.org/officeDocument/2006/relationships/oleObject" Target="../embeddings/Microsoft_Equation20.bin"/></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3" Type="http://schemas.openxmlformats.org/officeDocument/2006/relationships/oleObject" Target="../embeddings/Microsoft_Equation21.bin"/><Relationship Id="rId1" Type="http://schemas.openxmlformats.org/officeDocument/2006/relationships/vmlDrawing" Target="../drawings/vmlDrawing13.vml"/></Relationships>
</file>

<file path=ppt/slides/_rels/slide26.xml.rels><?xml version="1.0" encoding="UTF-8" standalone="yes"?>
<Relationships xmlns="http://schemas.openxmlformats.org/package/2006/relationships"><Relationship Id="rId4" Type="http://schemas.openxmlformats.org/officeDocument/2006/relationships/oleObject" Target="../embeddings/Microsoft_Equation23.bin"/><Relationship Id="rId1" Type="http://schemas.openxmlformats.org/officeDocument/2006/relationships/vmlDrawing" Target="../drawings/vmlDrawing14.vml"/><Relationship Id="rId2" Type="http://schemas.openxmlformats.org/officeDocument/2006/relationships/slideLayout" Target="../slideLayouts/slideLayout14.xml"/><Relationship Id="rId3" Type="http://schemas.openxmlformats.org/officeDocument/2006/relationships/oleObject" Target="../embeddings/Microsoft_Equation22.bin"/><Relationship Id="rId5" Type="http://schemas.openxmlformats.org/officeDocument/2006/relationships/image" Target="../media/image31.png"/></Relationships>
</file>

<file path=ppt/slides/_rels/slide27.xml.rels><?xml version="1.0" encoding="UTF-8" standalone="yes"?>
<Relationships xmlns="http://schemas.openxmlformats.org/package/2006/relationships"><Relationship Id="rId8" Type="http://schemas.openxmlformats.org/officeDocument/2006/relationships/oleObject" Target="../embeddings/Microsoft_Equation27.bin"/><Relationship Id="rId4" Type="http://schemas.openxmlformats.org/officeDocument/2006/relationships/oleObject" Target="../embeddings/Microsoft_Equation25.bin"/><Relationship Id="rId5" Type="http://schemas.openxmlformats.org/officeDocument/2006/relationships/oleObject" Target="../embeddings/Microsoft_Equation26.bin"/><Relationship Id="rId7" Type="http://schemas.openxmlformats.org/officeDocument/2006/relationships/image" Target="../media/image36.wmf"/><Relationship Id="rId1" Type="http://schemas.openxmlformats.org/officeDocument/2006/relationships/vmlDrawing" Target="../drawings/vmlDrawing15.vml"/><Relationship Id="rId2" Type="http://schemas.openxmlformats.org/officeDocument/2006/relationships/slideLayout" Target="../slideLayouts/slideLayout16.xml"/><Relationship Id="rId3" Type="http://schemas.openxmlformats.org/officeDocument/2006/relationships/oleObject" Target="../embeddings/Microsoft_Equation24.bin"/><Relationship Id="rId6" Type="http://schemas.openxmlformats.org/officeDocument/2006/relationships/image" Target="../media/image35.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Microsoft_Equation31.bin"/><Relationship Id="rId4" Type="http://schemas.openxmlformats.org/officeDocument/2006/relationships/oleObject" Target="../embeddings/Microsoft_Equation29.bin"/><Relationship Id="rId5" Type="http://schemas.openxmlformats.org/officeDocument/2006/relationships/oleObject" Target="../embeddings/Microsoft_Equation30.bin"/><Relationship Id="rId7" Type="http://schemas.openxmlformats.org/officeDocument/2006/relationships/image" Target="../media/image36.wmf"/><Relationship Id="rId1" Type="http://schemas.openxmlformats.org/officeDocument/2006/relationships/vmlDrawing" Target="../drawings/vmlDrawing16.vml"/><Relationship Id="rId2" Type="http://schemas.openxmlformats.org/officeDocument/2006/relationships/slideLayout" Target="../slideLayouts/slideLayout16.xml"/><Relationship Id="rId3" Type="http://schemas.openxmlformats.org/officeDocument/2006/relationships/oleObject" Target="../embeddings/Microsoft_Equation28.bin"/><Relationship Id="rId6" Type="http://schemas.openxmlformats.org/officeDocument/2006/relationships/image" Target="../media/image35.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Microsoft_Equation35.bin"/><Relationship Id="rId4" Type="http://schemas.openxmlformats.org/officeDocument/2006/relationships/oleObject" Target="../embeddings/Microsoft_Equation33.bin"/><Relationship Id="rId5" Type="http://schemas.openxmlformats.org/officeDocument/2006/relationships/oleObject" Target="../embeddings/Microsoft_Equation34.bin"/><Relationship Id="rId7" Type="http://schemas.openxmlformats.org/officeDocument/2006/relationships/image" Target="../media/image36.wmf"/><Relationship Id="rId1" Type="http://schemas.openxmlformats.org/officeDocument/2006/relationships/vmlDrawing" Target="../drawings/vmlDrawing17.vml"/><Relationship Id="rId2" Type="http://schemas.openxmlformats.org/officeDocument/2006/relationships/slideLayout" Target="../slideLayouts/slideLayout16.xml"/><Relationship Id="rId3" Type="http://schemas.openxmlformats.org/officeDocument/2006/relationships/oleObject" Target="../embeddings/Microsoft_Equation32.bin"/><Relationship Id="rId6" Type="http://schemas.openxmlformats.org/officeDocument/2006/relationships/image" Target="../media/image35.png"/></Relationships>
</file>

<file path=ppt/slides/_rels/slide30.xml.rels><?xml version="1.0" encoding="UTF-8" standalone="yes"?>
<Relationships xmlns="http://schemas.openxmlformats.org/package/2006/relationships"><Relationship Id="rId8" Type="http://schemas.openxmlformats.org/officeDocument/2006/relationships/oleObject" Target="../embeddings/Microsoft_Equation39.bin"/><Relationship Id="rId4" Type="http://schemas.openxmlformats.org/officeDocument/2006/relationships/oleObject" Target="../embeddings/Microsoft_Equation37.bin"/><Relationship Id="rId5" Type="http://schemas.openxmlformats.org/officeDocument/2006/relationships/oleObject" Target="../embeddings/Microsoft_Equation38.bin"/><Relationship Id="rId7" Type="http://schemas.openxmlformats.org/officeDocument/2006/relationships/image" Target="../media/image36.wmf"/><Relationship Id="rId1" Type="http://schemas.openxmlformats.org/officeDocument/2006/relationships/vmlDrawing" Target="../drawings/vmlDrawing18.vml"/><Relationship Id="rId2" Type="http://schemas.openxmlformats.org/officeDocument/2006/relationships/slideLayout" Target="../slideLayouts/slideLayout16.xml"/><Relationship Id="rId3" Type="http://schemas.openxmlformats.org/officeDocument/2006/relationships/oleObject" Target="../embeddings/Microsoft_Equation36.bin"/><Relationship Id="rId6" Type="http://schemas.openxmlformats.org/officeDocument/2006/relationships/image" Target="../media/image35.png"/></Relationships>
</file>

<file path=ppt/slides/_rels/slide31.xml.rels><?xml version="1.0" encoding="UTF-8" standalone="yes"?>
<Relationships xmlns="http://schemas.openxmlformats.org/package/2006/relationships"><Relationship Id="rId8" Type="http://schemas.openxmlformats.org/officeDocument/2006/relationships/oleObject" Target="../embeddings/Microsoft_Equation43.bin"/><Relationship Id="rId4" Type="http://schemas.openxmlformats.org/officeDocument/2006/relationships/oleObject" Target="../embeddings/Microsoft_Equation41.bin"/><Relationship Id="rId5" Type="http://schemas.openxmlformats.org/officeDocument/2006/relationships/oleObject" Target="../embeddings/Microsoft_Equation42.bin"/><Relationship Id="rId7" Type="http://schemas.openxmlformats.org/officeDocument/2006/relationships/image" Target="../media/image36.wmf"/><Relationship Id="rId1" Type="http://schemas.openxmlformats.org/officeDocument/2006/relationships/vmlDrawing" Target="../drawings/vmlDrawing19.vml"/><Relationship Id="rId2" Type="http://schemas.openxmlformats.org/officeDocument/2006/relationships/slideLayout" Target="../slideLayouts/slideLayout16.xml"/><Relationship Id="rId3" Type="http://schemas.openxmlformats.org/officeDocument/2006/relationships/oleObject" Target="../embeddings/Microsoft_Equation40.bin"/><Relationship Id="rId6"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oleObject" Target="../embeddings/oleObject9.bin"/><Relationship Id="rId1" Type="http://schemas.openxmlformats.org/officeDocument/2006/relationships/vmlDrawing" Target="../drawings/vmlDrawing20.vml"/><Relationship Id="rId2" Type="http://schemas.openxmlformats.org/officeDocument/2006/relationships/slideLayout" Target="../slideLayouts/slideLayout7.xml"/><Relationship Id="rId3" Type="http://schemas.openxmlformats.org/officeDocument/2006/relationships/image" Target="../media/image3.jpeg"/><Relationship Id="rId5" Type="http://schemas.openxmlformats.org/officeDocument/2006/relationships/oleObject" Target="../embeddings/oleObject10.bin"/></Relationships>
</file>

<file path=ppt/slides/_rels/slide3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jpeg"/><Relationship Id="rId3" Type="http://schemas.openxmlformats.org/officeDocument/2006/relationships/image" Target="../media/image42.jpeg"/><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4" Type="http://schemas.openxmlformats.org/officeDocument/2006/relationships/oleObject" Target="../embeddings/Microsoft_Equation45.bin"/><Relationship Id="rId5" Type="http://schemas.openxmlformats.org/officeDocument/2006/relationships/oleObject" Target="../embeddings/Microsoft_Equation46.bin"/><Relationship Id="rId7" Type="http://schemas.openxmlformats.org/officeDocument/2006/relationships/oleObject" Target="../embeddings/Microsoft_Equation48.bin"/><Relationship Id="rId1" Type="http://schemas.openxmlformats.org/officeDocument/2006/relationships/vmlDrawing" Target="../drawings/vmlDrawing21.vml"/><Relationship Id="rId2" Type="http://schemas.openxmlformats.org/officeDocument/2006/relationships/slideLayout" Target="../slideLayouts/slideLayout16.xml"/><Relationship Id="rId3" Type="http://schemas.openxmlformats.org/officeDocument/2006/relationships/oleObject" Target="../embeddings/Microsoft_Equation44.bin"/><Relationship Id="rId6" Type="http://schemas.openxmlformats.org/officeDocument/2006/relationships/oleObject" Target="../embeddings/Microsoft_Equation47.bin"/></Relationships>
</file>

<file path=ppt/slides/_rels/slide50.xml.rels><?xml version="1.0" encoding="UTF-8" standalone="yes"?>
<Relationships xmlns="http://schemas.openxmlformats.org/package/2006/relationships"><Relationship Id="rId4" Type="http://schemas.openxmlformats.org/officeDocument/2006/relationships/oleObject" Target="../embeddings/Microsoft_Equation50.bin"/><Relationship Id="rId5" Type="http://schemas.openxmlformats.org/officeDocument/2006/relationships/oleObject" Target="../embeddings/Microsoft_Equation51.bin"/><Relationship Id="rId7" Type="http://schemas.openxmlformats.org/officeDocument/2006/relationships/oleObject" Target="../embeddings/Microsoft_Equation53.bin"/><Relationship Id="rId1" Type="http://schemas.openxmlformats.org/officeDocument/2006/relationships/vmlDrawing" Target="../drawings/vmlDrawing22.vml"/><Relationship Id="rId2" Type="http://schemas.openxmlformats.org/officeDocument/2006/relationships/slideLayout" Target="../slideLayouts/slideLayout16.xml"/><Relationship Id="rId3" Type="http://schemas.openxmlformats.org/officeDocument/2006/relationships/oleObject" Target="../embeddings/Microsoft_Equation49.bin"/><Relationship Id="rId6" Type="http://schemas.openxmlformats.org/officeDocument/2006/relationships/oleObject" Target="../embeddings/Microsoft_Equation52.bin"/></Relationships>
</file>

<file path=ppt/slides/_rels/slide51.xml.rels><?xml version="1.0" encoding="UTF-8" standalone="yes"?>
<Relationships xmlns="http://schemas.openxmlformats.org/package/2006/relationships"><Relationship Id="rId4" Type="http://schemas.openxmlformats.org/officeDocument/2006/relationships/oleObject" Target="../embeddings/Microsoft_Equation55.bin"/><Relationship Id="rId5" Type="http://schemas.openxmlformats.org/officeDocument/2006/relationships/oleObject" Target="../embeddings/Microsoft_Equation56.bin"/><Relationship Id="rId7" Type="http://schemas.openxmlformats.org/officeDocument/2006/relationships/oleObject" Target="../embeddings/Microsoft_Equation58.bin"/><Relationship Id="rId1" Type="http://schemas.openxmlformats.org/officeDocument/2006/relationships/vmlDrawing" Target="../drawings/vmlDrawing23.vml"/><Relationship Id="rId2" Type="http://schemas.openxmlformats.org/officeDocument/2006/relationships/slideLayout" Target="../slideLayouts/slideLayout16.xml"/><Relationship Id="rId3" Type="http://schemas.openxmlformats.org/officeDocument/2006/relationships/oleObject" Target="../embeddings/Microsoft_Equation54.bin"/><Relationship Id="rId6" Type="http://schemas.openxmlformats.org/officeDocument/2006/relationships/oleObject" Target="../embeddings/Microsoft_Equation57.bin"/></Relationships>
</file>

<file path=ppt/slides/_rels/slide52.xml.rels><?xml version="1.0" encoding="UTF-8" standalone="yes"?>
<Relationships xmlns="http://schemas.openxmlformats.org/package/2006/relationships"><Relationship Id="rId4" Type="http://schemas.openxmlformats.org/officeDocument/2006/relationships/oleObject" Target="../embeddings/Microsoft_Equation60.bin"/><Relationship Id="rId5" Type="http://schemas.openxmlformats.org/officeDocument/2006/relationships/oleObject" Target="../embeddings/Microsoft_Equation61.bin"/><Relationship Id="rId7" Type="http://schemas.openxmlformats.org/officeDocument/2006/relationships/oleObject" Target="../embeddings/Microsoft_Equation63.bin"/><Relationship Id="rId1" Type="http://schemas.openxmlformats.org/officeDocument/2006/relationships/vmlDrawing" Target="../drawings/vmlDrawing24.vml"/><Relationship Id="rId2" Type="http://schemas.openxmlformats.org/officeDocument/2006/relationships/slideLayout" Target="../slideLayouts/slideLayout16.xml"/><Relationship Id="rId3" Type="http://schemas.openxmlformats.org/officeDocument/2006/relationships/oleObject" Target="../embeddings/Microsoft_Equation59.bin"/><Relationship Id="rId6" Type="http://schemas.openxmlformats.org/officeDocument/2006/relationships/oleObject" Target="../embeddings/Microsoft_Equation62.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image" Target="../media/image41.jpeg"/><Relationship Id="rId3" Type="http://schemas.openxmlformats.org/officeDocument/2006/relationships/image" Target="../media/image42.jpeg"/><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Microsoft_Equation69.bin"/><Relationship Id="rId4" Type="http://schemas.openxmlformats.org/officeDocument/2006/relationships/oleObject" Target="../embeddings/Microsoft_Equation65.bin"/><Relationship Id="rId10" Type="http://schemas.openxmlformats.org/officeDocument/2006/relationships/oleObject" Target="../embeddings/Microsoft_Equation71.bin"/><Relationship Id="rId5" Type="http://schemas.openxmlformats.org/officeDocument/2006/relationships/oleObject" Target="../embeddings/Microsoft_Equation66.bin"/><Relationship Id="rId7" Type="http://schemas.openxmlformats.org/officeDocument/2006/relationships/oleObject" Target="../embeddings/Microsoft_Equation68.bin"/><Relationship Id="rId11" Type="http://schemas.openxmlformats.org/officeDocument/2006/relationships/oleObject" Target="../embeddings/Microsoft_Equation72.bin"/><Relationship Id="rId1" Type="http://schemas.openxmlformats.org/officeDocument/2006/relationships/vmlDrawing" Target="../drawings/vmlDrawing25.vml"/><Relationship Id="rId2" Type="http://schemas.openxmlformats.org/officeDocument/2006/relationships/slideLayout" Target="../slideLayouts/slideLayout14.xml"/><Relationship Id="rId9" Type="http://schemas.openxmlformats.org/officeDocument/2006/relationships/oleObject" Target="../embeddings/Microsoft_Equation70.bin"/><Relationship Id="rId3" Type="http://schemas.openxmlformats.org/officeDocument/2006/relationships/oleObject" Target="../embeddings/Microsoft_Equation64.bin"/><Relationship Id="rId6" Type="http://schemas.openxmlformats.org/officeDocument/2006/relationships/oleObject" Target="../embeddings/Microsoft_Equation67.bin"/></Relationships>
</file>

<file path=ppt/slides/_rels/slide58.xml.rels><?xml version="1.0" encoding="UTF-8" standalone="yes"?>
<Relationships xmlns="http://schemas.openxmlformats.org/package/2006/relationships"><Relationship Id="rId4" Type="http://schemas.openxmlformats.org/officeDocument/2006/relationships/oleObject" Target="../embeddings/Microsoft_Equation74.bin"/><Relationship Id="rId1" Type="http://schemas.openxmlformats.org/officeDocument/2006/relationships/vmlDrawing" Target="../drawings/vmlDrawing26.vml"/><Relationship Id="rId2" Type="http://schemas.openxmlformats.org/officeDocument/2006/relationships/slideLayout" Target="../slideLayouts/slideLayout4.xml"/><Relationship Id="rId3" Type="http://schemas.openxmlformats.org/officeDocument/2006/relationships/oleObject" Target="../embeddings/Microsoft_Equation73.bin"/></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2.xml"/><Relationship Id="rId3" Type="http://schemas.openxmlformats.org/officeDocument/2006/relationships/oleObject" Target="../embeddings/Microsoft_Equation75.bin"/><Relationship Id="rId1" Type="http://schemas.openxmlformats.org/officeDocument/2006/relationships/vmlDrawing" Target="../drawings/vmlDrawing27.v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4" Type="http://schemas.openxmlformats.org/officeDocument/2006/relationships/oleObject" Target="../embeddings/oleObject11.bin"/><Relationship Id="rId1" Type="http://schemas.openxmlformats.org/officeDocument/2006/relationships/vmlDrawing" Target="../drawings/vmlDrawing28.vml"/><Relationship Id="rId2" Type="http://schemas.openxmlformats.org/officeDocument/2006/relationships/slideLayout" Target="../slideLayouts/slideLayout7.xml"/><Relationship Id="rId3" Type="http://schemas.openxmlformats.org/officeDocument/2006/relationships/image" Target="../media/image3.jpeg"/><Relationship Id="rId5" Type="http://schemas.openxmlformats.org/officeDocument/2006/relationships/oleObject" Target="../embeddings/oleObject12.bin"/></Relationships>
</file>

<file path=ppt/slides/_rels/slide62.xml.rels><?xml version="1.0" encoding="UTF-8" standalone="yes"?>
<Relationships xmlns="http://schemas.openxmlformats.org/package/2006/relationships"><Relationship Id="rId6" Type="http://schemas.openxmlformats.org/officeDocument/2006/relationships/image" Target="../media/image36.wmf"/><Relationship Id="rId4" Type="http://schemas.openxmlformats.org/officeDocument/2006/relationships/oleObject" Target="../embeddings/oleObject13.bin"/><Relationship Id="rId1" Type="http://schemas.openxmlformats.org/officeDocument/2006/relationships/vmlDrawing" Target="../drawings/vmlDrawing29.vml"/><Relationship Id="rId2" Type="http://schemas.openxmlformats.org/officeDocument/2006/relationships/slideLayout" Target="../slideLayouts/slideLayout7.xml"/><Relationship Id="rId3" Type="http://schemas.openxmlformats.org/officeDocument/2006/relationships/image" Target="../media/image59.jpeg"/><Relationship Id="rId5" Type="http://schemas.openxmlformats.org/officeDocument/2006/relationships/oleObject" Target="../embeddings/oleObject14.bin"/></Relationships>
</file>

<file path=ppt/slides/_rels/slide63.xml.rels><?xml version="1.0" encoding="UTF-8" standalone="yes"?>
<Relationships xmlns="http://schemas.openxmlformats.org/package/2006/relationships"><Relationship Id="rId6" Type="http://schemas.openxmlformats.org/officeDocument/2006/relationships/image" Target="../media/image63.jpeg"/><Relationship Id="rId4" Type="http://schemas.openxmlformats.org/officeDocument/2006/relationships/oleObject" Target="../embeddings/oleObject15.bin"/><Relationship Id="rId1" Type="http://schemas.openxmlformats.org/officeDocument/2006/relationships/vmlDrawing" Target="../drawings/vmlDrawing30.vml"/><Relationship Id="rId2" Type="http://schemas.openxmlformats.org/officeDocument/2006/relationships/slideLayout" Target="../slideLayouts/slideLayout7.xml"/><Relationship Id="rId3" Type="http://schemas.openxmlformats.org/officeDocument/2006/relationships/oleObject" Target="../embeddings/Microsoft_Equation76.bin"/><Relationship Id="rId5" Type="http://schemas.openxmlformats.org/officeDocument/2006/relationships/image" Target="../media/image62.jpeg"/></Relationships>
</file>

<file path=ppt/slides/_rels/slide64.xml.rels><?xml version="1.0" encoding="UTF-8" standalone="yes"?>
<Relationships xmlns="http://schemas.openxmlformats.org/package/2006/relationships"><Relationship Id="rId8" Type="http://schemas.openxmlformats.org/officeDocument/2006/relationships/oleObject" Target="../embeddings/Microsoft_Equation81.bin"/><Relationship Id="rId4" Type="http://schemas.openxmlformats.org/officeDocument/2006/relationships/oleObject" Target="../embeddings/Microsoft_Equation77.bin"/><Relationship Id="rId10" Type="http://schemas.openxmlformats.org/officeDocument/2006/relationships/oleObject" Target="../embeddings/Microsoft_Equation83.bin"/><Relationship Id="rId5" Type="http://schemas.openxmlformats.org/officeDocument/2006/relationships/oleObject" Target="../embeddings/Microsoft_Equation78.bin"/><Relationship Id="rId7" Type="http://schemas.openxmlformats.org/officeDocument/2006/relationships/oleObject" Target="../embeddings/Microsoft_Equation80.bin"/><Relationship Id="rId1" Type="http://schemas.openxmlformats.org/officeDocument/2006/relationships/vmlDrawing" Target="../drawings/vmlDrawing31.vml"/><Relationship Id="rId2" Type="http://schemas.openxmlformats.org/officeDocument/2006/relationships/slideLayout" Target="../slideLayouts/slideLayout7.xml"/><Relationship Id="rId9" Type="http://schemas.openxmlformats.org/officeDocument/2006/relationships/oleObject" Target="../embeddings/Microsoft_Equation82.bin"/><Relationship Id="rId3" Type="http://schemas.openxmlformats.org/officeDocument/2006/relationships/image" Target="../media/image71.jpeg"/><Relationship Id="rId6" Type="http://schemas.openxmlformats.org/officeDocument/2006/relationships/oleObject" Target="../embeddings/Microsoft_Equation79.bin"/></Relationships>
</file>

<file path=ppt/slides/_rels/slide65.xml.rels><?xml version="1.0" encoding="UTF-8" standalone="yes"?>
<Relationships xmlns="http://schemas.openxmlformats.org/package/2006/relationships"><Relationship Id="rId4" Type="http://schemas.openxmlformats.org/officeDocument/2006/relationships/oleObject" Target="../embeddings/oleObject16.bin"/><Relationship Id="rId1" Type="http://schemas.openxmlformats.org/officeDocument/2006/relationships/vmlDrawing" Target="../drawings/vmlDrawing32.vml"/><Relationship Id="rId2" Type="http://schemas.openxmlformats.org/officeDocument/2006/relationships/slideLayout" Target="../slideLayouts/slideLayout7.xml"/><Relationship Id="rId3" Type="http://schemas.openxmlformats.org/officeDocument/2006/relationships/image" Target="../media/image3.jpeg"/><Relationship Id="rId5" Type="http://schemas.openxmlformats.org/officeDocument/2006/relationships/oleObject" Target="../embeddings/oleObject17.bin"/></Relationships>
</file>

<file path=ppt/slides/_rels/slide66.xml.rels><?xml version="1.0" encoding="UTF-8" standalone="yes"?>
<Relationships xmlns="http://schemas.openxmlformats.org/package/2006/relationships"><Relationship Id="rId4" Type="http://schemas.openxmlformats.org/officeDocument/2006/relationships/oleObject" Target="../embeddings/oleObject18.bin"/><Relationship Id="rId1" Type="http://schemas.openxmlformats.org/officeDocument/2006/relationships/vmlDrawing" Target="../drawings/vmlDrawing33.vml"/><Relationship Id="rId2" Type="http://schemas.openxmlformats.org/officeDocument/2006/relationships/slideLayout" Target="../slideLayouts/slideLayout7.xml"/><Relationship Id="rId3" Type="http://schemas.openxmlformats.org/officeDocument/2006/relationships/image" Target="../media/image59.jpeg"/><Relationship Id="rId5" Type="http://schemas.openxmlformats.org/officeDocument/2006/relationships/oleObject" Target="../embeddings/oleObject19.bin"/></Relationships>
</file>

<file path=ppt/slides/_rels/slide67.xml.rels><?xml version="1.0" encoding="UTF-8" standalone="yes"?>
<Relationships xmlns="http://schemas.openxmlformats.org/package/2006/relationships"><Relationship Id="rId6" Type="http://schemas.openxmlformats.org/officeDocument/2006/relationships/oleObject" Target="../embeddings/oleObject21.bin"/><Relationship Id="rId4" Type="http://schemas.openxmlformats.org/officeDocument/2006/relationships/image" Target="../media/image72.jpeg"/><Relationship Id="rId1" Type="http://schemas.openxmlformats.org/officeDocument/2006/relationships/vmlDrawing" Target="../drawings/vmlDrawing34.vml"/><Relationship Id="rId2" Type="http://schemas.openxmlformats.org/officeDocument/2006/relationships/slideLayout" Target="../slideLayouts/slideLayout7.xml"/><Relationship Id="rId3" Type="http://schemas.openxmlformats.org/officeDocument/2006/relationships/image" Target="../media/image59.jpeg"/><Relationship Id="rId5" Type="http://schemas.openxmlformats.org/officeDocument/2006/relationships/oleObject" Target="../embeddings/oleObject20.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4" Type="http://schemas.openxmlformats.org/officeDocument/2006/relationships/image" Target="../media/image73.jpeg"/><Relationship Id="rId5" Type="http://schemas.openxmlformats.org/officeDocument/2006/relationships/image" Target="../media/image72.jpeg"/><Relationship Id="rId7" Type="http://schemas.openxmlformats.org/officeDocument/2006/relationships/oleObject" Target="../embeddings/oleObject23.bin"/><Relationship Id="rId1" Type="http://schemas.openxmlformats.org/officeDocument/2006/relationships/vmlDrawing" Target="../drawings/vmlDrawing35.vml"/><Relationship Id="rId2" Type="http://schemas.openxmlformats.org/officeDocument/2006/relationships/slideLayout" Target="../slideLayouts/slideLayout7.xml"/><Relationship Id="rId3" Type="http://schemas.openxmlformats.org/officeDocument/2006/relationships/image" Target="../media/image59.jpeg"/><Relationship Id="rId6" Type="http://schemas.openxmlformats.org/officeDocument/2006/relationships/oleObject" Target="../embeddings/oleObject22.bin"/></Relationships>
</file>

<file path=ppt/slides/_rels/slide71.xml.rels><?xml version="1.0" encoding="UTF-8" standalone="yes"?>
<Relationships xmlns="http://schemas.openxmlformats.org/package/2006/relationships"><Relationship Id="rId6" Type="http://schemas.openxmlformats.org/officeDocument/2006/relationships/oleObject" Target="../embeddings/Microsoft_Equation87.bin"/><Relationship Id="rId4" Type="http://schemas.openxmlformats.org/officeDocument/2006/relationships/oleObject" Target="../embeddings/Microsoft_Equation85.bin"/><Relationship Id="rId1" Type="http://schemas.openxmlformats.org/officeDocument/2006/relationships/vmlDrawing" Target="../drawings/vmlDrawing36.vml"/><Relationship Id="rId2" Type="http://schemas.openxmlformats.org/officeDocument/2006/relationships/slideLayout" Target="../slideLayouts/slideLayout7.xml"/><Relationship Id="rId3" Type="http://schemas.openxmlformats.org/officeDocument/2006/relationships/oleObject" Target="../embeddings/Microsoft_Equation84.bin"/><Relationship Id="rId5" Type="http://schemas.openxmlformats.org/officeDocument/2006/relationships/oleObject" Target="../embeddings/Microsoft_Equation86.bin"/></Relationships>
</file>

<file path=ppt/slides/_rels/slide72.xml.rels><?xml version="1.0" encoding="UTF-8" standalone="yes"?>
<Relationships xmlns="http://schemas.openxmlformats.org/package/2006/relationships"><Relationship Id="rId4" Type="http://schemas.openxmlformats.org/officeDocument/2006/relationships/oleObject" Target="../embeddings/Microsoft_Equation89.bin"/><Relationship Id="rId5" Type="http://schemas.openxmlformats.org/officeDocument/2006/relationships/oleObject" Target="../embeddings/Microsoft_Equation90.bin"/><Relationship Id="rId7" Type="http://schemas.openxmlformats.org/officeDocument/2006/relationships/oleObject" Target="../embeddings/Microsoft_Equation92.bin"/><Relationship Id="rId1" Type="http://schemas.openxmlformats.org/officeDocument/2006/relationships/vmlDrawing" Target="../drawings/vmlDrawing37.vml"/><Relationship Id="rId2" Type="http://schemas.openxmlformats.org/officeDocument/2006/relationships/slideLayout" Target="../slideLayouts/slideLayout7.xml"/><Relationship Id="rId3" Type="http://schemas.openxmlformats.org/officeDocument/2006/relationships/oleObject" Target="../embeddings/Microsoft_Equation88.bin"/><Relationship Id="rId6" Type="http://schemas.openxmlformats.org/officeDocument/2006/relationships/oleObject" Target="../embeddings/Microsoft_Equation91.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6" Type="http://schemas.openxmlformats.org/officeDocument/2006/relationships/oleObject" Target="../embeddings/Microsoft_Equation94.bin"/><Relationship Id="rId4" Type="http://schemas.openxmlformats.org/officeDocument/2006/relationships/image" Target="../media/image83.wmf"/><Relationship Id="rId1" Type="http://schemas.openxmlformats.org/officeDocument/2006/relationships/vmlDrawing" Target="../drawings/vmlDrawing38.vml"/><Relationship Id="rId2" Type="http://schemas.openxmlformats.org/officeDocument/2006/relationships/slideLayout" Target="../slideLayouts/slideLayout14.xml"/><Relationship Id="rId3" Type="http://schemas.openxmlformats.org/officeDocument/2006/relationships/oleObject" Target="../embeddings/Microsoft_Equation93.bin"/><Relationship Id="rId5" Type="http://schemas.openxmlformats.org/officeDocument/2006/relationships/image" Target="../media/image84.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0" y="1268413"/>
            <a:ext cx="9144000" cy="1119187"/>
          </a:xfrm>
        </p:spPr>
        <p:txBody>
          <a:bodyPr/>
          <a:lstStyle/>
          <a:p>
            <a:pPr eaLnBrk="1" hangingPunct="1"/>
            <a:r>
              <a:rPr lang="en-US" altLang="ko-KR" sz="6000" b="1" i="1">
                <a:solidFill>
                  <a:schemeClr val="accent2"/>
                </a:solidFill>
                <a:ea typeface="굴림" pitchFamily="-28" charset="-127"/>
                <a:cs typeface="굴림" pitchFamily="-28" charset="-127"/>
              </a:rPr>
              <a:t>Measurement and Decoherence Theory</a:t>
            </a:r>
          </a:p>
        </p:txBody>
      </p:sp>
      <p:sp>
        <p:nvSpPr>
          <p:cNvPr id="35843" name="Rectangle 3"/>
          <p:cNvSpPr>
            <a:spLocks noGrp="1" noChangeArrowheads="1"/>
          </p:cNvSpPr>
          <p:nvPr>
            <p:ph type="subTitle" idx="1"/>
          </p:nvPr>
        </p:nvSpPr>
        <p:spPr>
          <a:xfrm>
            <a:off x="1619250" y="4437063"/>
            <a:ext cx="5334000" cy="1066800"/>
          </a:xfrm>
        </p:spPr>
        <p:txBody>
          <a:bodyPr>
            <a:normAutofit/>
          </a:bodyPr>
          <a:lstStyle/>
          <a:p>
            <a:pPr eaLnBrk="1" hangingPunct="1">
              <a:lnSpc>
                <a:spcPct val="70000"/>
              </a:lnSpc>
            </a:pPr>
            <a:r>
              <a:rPr lang="en-US" sz="2400" b="1">
                <a:solidFill>
                  <a:schemeClr val="tx1"/>
                </a:solidFill>
                <a:ea typeface="ＭＳ Ｐゴシック" pitchFamily="-28" charset="-128"/>
                <a:cs typeface="ＭＳ Ｐゴシック" pitchFamily="-28" charset="-128"/>
              </a:rPr>
              <a:t>Hyunseok Jeong</a:t>
            </a:r>
            <a:endParaRPr lang="en-US" altLang="ko-KR" sz="2400" b="1">
              <a:solidFill>
                <a:schemeClr val="tx1"/>
              </a:solidFill>
              <a:ea typeface="굴림" pitchFamily="-28" charset="-127"/>
              <a:cs typeface="굴림" pitchFamily="-28" charset="-127"/>
            </a:endParaRPr>
          </a:p>
          <a:p>
            <a:pPr eaLnBrk="1" hangingPunct="1">
              <a:lnSpc>
                <a:spcPct val="70000"/>
              </a:lnSpc>
            </a:pPr>
            <a:r>
              <a:rPr lang="en-US" altLang="ko-KR" sz="2400">
                <a:solidFill>
                  <a:schemeClr val="tx1"/>
                </a:solidFill>
                <a:ea typeface="굴림" pitchFamily="-28" charset="-127"/>
                <a:cs typeface="굴림" pitchFamily="-28" charset="-127"/>
              </a:rPr>
              <a:t>Department of </a:t>
            </a:r>
            <a:r>
              <a:rPr lang="en-US" sz="2400">
                <a:solidFill>
                  <a:schemeClr val="tx1"/>
                </a:solidFill>
                <a:ea typeface="ＭＳ Ｐゴシック" pitchFamily="-28" charset="-128"/>
                <a:cs typeface="ＭＳ Ｐゴシック" pitchFamily="-28" charset="-128"/>
              </a:rPr>
              <a:t>Physics</a:t>
            </a:r>
            <a:r>
              <a:rPr lang="en-US" altLang="ko-KR" sz="2400">
                <a:solidFill>
                  <a:schemeClr val="tx1"/>
                </a:solidFill>
                <a:ea typeface="굴림" pitchFamily="-28" charset="-127"/>
                <a:cs typeface="굴림" pitchFamily="-28" charset="-127"/>
              </a:rPr>
              <a:t> and Astronomy</a:t>
            </a:r>
            <a:endParaRPr lang="en-US" sz="2400">
              <a:solidFill>
                <a:schemeClr val="tx1"/>
              </a:solidFill>
              <a:ea typeface="ＭＳ Ｐゴシック" pitchFamily="-28" charset="-128"/>
              <a:cs typeface="ＭＳ Ｐゴシック" pitchFamily="-28" charset="-128"/>
            </a:endParaRPr>
          </a:p>
          <a:p>
            <a:pPr eaLnBrk="1" hangingPunct="1">
              <a:lnSpc>
                <a:spcPct val="70000"/>
              </a:lnSpc>
            </a:pPr>
            <a:r>
              <a:rPr lang="en-US" altLang="ko-KR" sz="2400">
                <a:solidFill>
                  <a:schemeClr val="tx1"/>
                </a:solidFill>
                <a:ea typeface="굴림" pitchFamily="-28" charset="-127"/>
                <a:cs typeface="굴림" pitchFamily="-28" charset="-127"/>
              </a:rPr>
              <a:t>Seoul National University</a:t>
            </a:r>
          </a:p>
        </p:txBody>
      </p:sp>
      <p:sp>
        <p:nvSpPr>
          <p:cNvPr id="32772" name="Rectangle 4"/>
          <p:cNvSpPr>
            <a:spLocks noChangeArrowheads="1"/>
          </p:cNvSpPr>
          <p:nvPr/>
        </p:nvSpPr>
        <p:spPr bwMode="auto">
          <a:xfrm>
            <a:off x="2627313" y="3573463"/>
            <a:ext cx="3322637" cy="523875"/>
          </a:xfrm>
          <a:prstGeom prst="rect">
            <a:avLst/>
          </a:prstGeom>
          <a:noFill/>
          <a:ln w="25400">
            <a:noFill/>
            <a:miter lim="800000"/>
            <a:headEnd/>
            <a:tailEnd/>
          </a:ln>
        </p:spPr>
        <p:txBody>
          <a:bodyPr>
            <a:prstTxWarp prst="textNoShape">
              <a:avLst/>
            </a:prstTxWarp>
            <a:spAutoFit/>
          </a:bodyPr>
          <a:lstStyle/>
          <a:p>
            <a:pPr algn="ctr">
              <a:buFontTx/>
              <a:buNone/>
            </a:pPr>
            <a:r>
              <a:rPr lang="en-US" altLang="ko-KR" sz="2000">
                <a:solidFill>
                  <a:schemeClr val="tx2"/>
                </a:solidFill>
                <a:latin typeface="Times New Roman" pitchFamily="-28" charset="0"/>
              </a:rPr>
              <a:t> </a:t>
            </a:r>
            <a:r>
              <a:rPr lang="en-US" altLang="ko-KR" sz="2800">
                <a:solidFill>
                  <a:schemeClr val="tx2"/>
                </a:solidFill>
                <a:latin typeface="Times New Roman" pitchFamily="-28" charset="0"/>
              </a:rPr>
              <a:t>January</a:t>
            </a:r>
            <a:r>
              <a:rPr lang="ko-KR" altLang="en-US" sz="2800">
                <a:solidFill>
                  <a:schemeClr val="tx2"/>
                </a:solidFill>
                <a:latin typeface="Times New Roman" pitchFamily="-28" charset="0"/>
              </a:rPr>
              <a:t> </a:t>
            </a:r>
            <a:r>
              <a:rPr lang="en-US" altLang="ko-KR" sz="2800">
                <a:solidFill>
                  <a:schemeClr val="tx2"/>
                </a:solidFill>
                <a:latin typeface="Times New Roman" pitchFamily="-28" charset="0"/>
              </a:rPr>
              <a:t>5-6</a:t>
            </a:r>
            <a:r>
              <a:rPr lang="en-US" sz="2800">
                <a:solidFill>
                  <a:schemeClr val="tx2"/>
                </a:solidFill>
                <a:latin typeface="Times New Roman" pitchFamily="-28" charset="0"/>
              </a:rPr>
              <a:t>, </a:t>
            </a:r>
            <a:r>
              <a:rPr lang="en-US" altLang="ko-KR" sz="2800">
                <a:solidFill>
                  <a:schemeClr val="tx2"/>
                </a:solidFill>
                <a:latin typeface="Times New Roman" pitchFamily="-28" charset="0"/>
              </a:rPr>
              <a:t>2009</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4213" y="188913"/>
            <a:ext cx="7772400" cy="1143000"/>
          </a:xfrm>
        </p:spPr>
        <p:txBody>
          <a:bodyPr/>
          <a:lstStyle/>
          <a:p>
            <a:pPr eaLnBrk="1" hangingPunct="1"/>
            <a:r>
              <a:rPr lang="en-US" b="1" u="sng">
                <a:solidFill>
                  <a:schemeClr val="accent2"/>
                </a:solidFill>
                <a:ea typeface="ＭＳ Ｐゴシック" pitchFamily="-28" charset="-128"/>
                <a:cs typeface="ＭＳ Ｐゴシック" pitchFamily="-28" charset="-128"/>
              </a:rPr>
              <a:t>Outline</a:t>
            </a:r>
            <a:endParaRPr lang="en-GB" altLang="ko-KR" b="1" u="sng">
              <a:solidFill>
                <a:schemeClr val="accent2"/>
              </a:solidFill>
              <a:ea typeface="굴림" pitchFamily="-28" charset="-127"/>
              <a:cs typeface="굴림" pitchFamily="-28" charset="-127"/>
            </a:endParaRPr>
          </a:p>
        </p:txBody>
      </p:sp>
      <p:sp>
        <p:nvSpPr>
          <p:cNvPr id="33795" name="Rectangle 3"/>
          <p:cNvSpPr>
            <a:spLocks noGrp="1" noChangeArrowheads="1"/>
          </p:cNvSpPr>
          <p:nvPr>
            <p:ph idx="1"/>
          </p:nvPr>
        </p:nvSpPr>
        <p:spPr>
          <a:xfrm>
            <a:off x="611188" y="1412875"/>
            <a:ext cx="7777162" cy="4751388"/>
          </a:xfrm>
        </p:spPr>
        <p:txBody>
          <a:bodyPr/>
          <a:lstStyle/>
          <a:p>
            <a:pPr eaLnBrk="1" hangingPunct="1"/>
            <a:r>
              <a:rPr lang="en-US" altLang="ko-KR" sz="2600" b="1">
                <a:solidFill>
                  <a:schemeClr val="hlink"/>
                </a:solidFill>
                <a:ea typeface="굴림" pitchFamily="-28" charset="-127"/>
                <a:cs typeface="굴림" pitchFamily="-28" charset="-127"/>
              </a:rPr>
              <a:t>Logical review of quantum mechanics</a:t>
            </a:r>
          </a:p>
          <a:p>
            <a:pPr eaLnBrk="1" hangingPunct="1"/>
            <a:r>
              <a:rPr lang="en-US" altLang="ko-KR" sz="2600" b="1">
                <a:solidFill>
                  <a:schemeClr val="hlink"/>
                </a:solidFill>
                <a:ea typeface="굴림" pitchFamily="-28" charset="-127"/>
                <a:cs typeface="굴림" pitchFamily="-28" charset="-127"/>
              </a:rPr>
              <a:t>Paradoxical aspects of quantum mechanics:             two big problems</a:t>
            </a:r>
          </a:p>
          <a:p>
            <a:pPr eaLnBrk="1" hangingPunct="1"/>
            <a:r>
              <a:rPr lang="en-US" altLang="ko-KR" sz="2600" b="1">
                <a:solidFill>
                  <a:schemeClr val="hlink"/>
                </a:solidFill>
                <a:ea typeface="굴림" pitchFamily="-28" charset="-127"/>
                <a:cs typeface="굴림" pitchFamily="-28" charset="-127"/>
              </a:rPr>
              <a:t>Measurement, reality, EPR paradox, and Bell’s inequality</a:t>
            </a:r>
          </a:p>
          <a:p>
            <a:pPr eaLnBrk="1" hangingPunct="1"/>
            <a:r>
              <a:rPr lang="en-US" altLang="ko-KR" sz="2600" b="1">
                <a:solidFill>
                  <a:schemeClr val="hlink"/>
                </a:solidFill>
                <a:ea typeface="굴림" pitchFamily="-28" charset="-127"/>
                <a:cs typeface="굴림" pitchFamily="-28" charset="-127"/>
              </a:rPr>
              <a:t>Quantum world, classical world, Schrödinger’s cat paradox, and decoherence</a:t>
            </a:r>
          </a:p>
          <a:p>
            <a:pPr eaLnBrk="1" hangingPunct="1"/>
            <a:r>
              <a:rPr lang="en-US" altLang="ko-KR" sz="2600" b="1">
                <a:solidFill>
                  <a:schemeClr val="hlink"/>
                </a:solidFill>
                <a:ea typeface="굴림" pitchFamily="-28" charset="-127"/>
                <a:cs typeface="굴림" pitchFamily="-28" charset="-127"/>
              </a:rPr>
              <a:t>Some recent (and some old) research highlights related to the subject</a:t>
            </a:r>
          </a:p>
          <a:p>
            <a:pPr eaLnBrk="1" hangingPunct="1"/>
            <a:r>
              <a:rPr lang="en-US" altLang="ko-KR" sz="2600" b="1">
                <a:solidFill>
                  <a:schemeClr val="hlink"/>
                </a:solidFill>
                <a:ea typeface="굴림" pitchFamily="-28" charset="-127"/>
                <a:cs typeface="굴림" pitchFamily="-28" charset="-127"/>
              </a:rPr>
              <a:t>Project</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457200" y="563563"/>
            <a:ext cx="8229600" cy="1143000"/>
          </a:xfrm>
        </p:spPr>
        <p:txBody>
          <a:bodyPr/>
          <a:lstStyle/>
          <a:p>
            <a:r>
              <a:rPr lang="en-US" altLang="ko-KR" b="1">
                <a:solidFill>
                  <a:schemeClr val="accent2"/>
                </a:solidFill>
                <a:ea typeface="굴림" pitchFamily="-28" charset="-127"/>
                <a:cs typeface="굴림" pitchFamily="-28" charset="-127"/>
              </a:rPr>
              <a:t>Stern-Gerlach experiment</a:t>
            </a:r>
          </a:p>
        </p:txBody>
      </p:sp>
      <p:pic>
        <p:nvPicPr>
          <p:cNvPr id="34819" name="Picture 4" descr="800px-Sg-seq_svg"/>
          <p:cNvPicPr>
            <a:picLocks noChangeAspect="1" noChangeArrowheads="1"/>
          </p:cNvPicPr>
          <p:nvPr/>
        </p:nvPicPr>
        <p:blipFill>
          <a:blip r:embed="rId2"/>
          <a:srcRect/>
          <a:stretch>
            <a:fillRect/>
          </a:stretch>
        </p:blipFill>
        <p:spPr bwMode="auto">
          <a:xfrm>
            <a:off x="971550" y="2133600"/>
            <a:ext cx="7200900" cy="3409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5842" name="Picture 2" descr="C:\Documents and Settings\Jeong\Desktop\presentations\콜로키움2007\pics\Fig_37-1_Two_Slit_Particles.jpg"/>
          <p:cNvPicPr>
            <a:picLocks noChangeAspect="1" noChangeArrowheads="1"/>
          </p:cNvPicPr>
          <p:nvPr/>
        </p:nvPicPr>
        <p:blipFill>
          <a:blip r:embed="rId2"/>
          <a:srcRect/>
          <a:stretch>
            <a:fillRect/>
          </a:stretch>
        </p:blipFill>
        <p:spPr bwMode="auto">
          <a:xfrm>
            <a:off x="3492500" y="1268413"/>
            <a:ext cx="4143375" cy="4351337"/>
          </a:xfrm>
          <a:prstGeom prst="rect">
            <a:avLst/>
          </a:prstGeom>
          <a:noFill/>
          <a:ln w="9525">
            <a:noFill/>
            <a:miter lim="800000"/>
            <a:headEnd/>
            <a:tailEnd/>
          </a:ln>
        </p:spPr>
      </p:pic>
      <p:pic>
        <p:nvPicPr>
          <p:cNvPr id="35843" name="Picture 4" descr="C:\Documents and Settings\Jeong\Desktop\images.jpg"/>
          <p:cNvPicPr>
            <a:picLocks noChangeAspect="1" noChangeArrowheads="1"/>
          </p:cNvPicPr>
          <p:nvPr/>
        </p:nvPicPr>
        <p:blipFill>
          <a:blip r:embed="rId3"/>
          <a:srcRect/>
          <a:stretch>
            <a:fillRect/>
          </a:stretch>
        </p:blipFill>
        <p:spPr bwMode="auto">
          <a:xfrm>
            <a:off x="2117725" y="4810125"/>
            <a:ext cx="2000250" cy="1458913"/>
          </a:xfrm>
          <a:prstGeom prst="rect">
            <a:avLst/>
          </a:prstGeom>
          <a:noFill/>
          <a:ln w="9525">
            <a:noFill/>
            <a:miter lim="800000"/>
            <a:headEnd/>
            <a:tailEnd/>
          </a:ln>
        </p:spPr>
      </p:pic>
      <p:sp>
        <p:nvSpPr>
          <p:cNvPr id="35844" name="Rectangle 4"/>
          <p:cNvSpPr>
            <a:spLocks noChangeArrowheads="1"/>
          </p:cNvSpPr>
          <p:nvPr/>
        </p:nvSpPr>
        <p:spPr bwMode="auto">
          <a:xfrm>
            <a:off x="2230438" y="533400"/>
            <a:ext cx="4551362" cy="646113"/>
          </a:xfrm>
          <a:prstGeom prst="rect">
            <a:avLst/>
          </a:prstGeom>
          <a:noFill/>
          <a:ln w="9525">
            <a:noFill/>
            <a:miter lim="800000"/>
            <a:headEnd/>
            <a:tailEnd/>
          </a:ln>
        </p:spPr>
        <p:txBody>
          <a:bodyPr wrap="none">
            <a:prstTxWarp prst="textNoShape">
              <a:avLst/>
            </a:prstTxWarp>
            <a:spAutoFit/>
          </a:bodyPr>
          <a:lstStyle/>
          <a:p>
            <a:pPr>
              <a:buFontTx/>
              <a:buNone/>
            </a:pPr>
            <a:r>
              <a:rPr lang="en-US" altLang="ko-KR" sz="3600">
                <a:solidFill>
                  <a:srgbClr val="C0504D"/>
                </a:solidFill>
                <a:latin typeface="Calibri" pitchFamily="-28" charset="0"/>
              </a:rPr>
              <a:t>Double slit experiment</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8"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6869"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6870"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6871"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6872"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6873" name="Freeform 24"/>
          <p:cNvSpPr>
            <a:spLocks/>
          </p:cNvSpPr>
          <p:nvPr/>
        </p:nvSpPr>
        <p:spPr bwMode="auto">
          <a:xfrm>
            <a:off x="4500563" y="3857625"/>
            <a:ext cx="3175" cy="339725"/>
          </a:xfrm>
          <a:custGeom>
            <a:avLst/>
            <a:gdLst>
              <a:gd name="T0" fmla="*/ 0 w 2"/>
              <a:gd name="T1" fmla="*/ 2147483647 h 214"/>
              <a:gd name="T2" fmla="*/ 2147483647 w 2"/>
              <a:gd name="T3" fmla="*/ 2147483647 h 214"/>
              <a:gd name="T4" fmla="*/ 0 60000 65536"/>
              <a:gd name="T5" fmla="*/ 0 60000 65536"/>
              <a:gd name="T6" fmla="*/ 0 w 2"/>
              <a:gd name="T7" fmla="*/ 0 h 214"/>
              <a:gd name="T8" fmla="*/ 2 w 2"/>
              <a:gd name="T9" fmla="*/ 214 h 214"/>
            </a:gdLst>
            <a:ahLst/>
            <a:cxnLst>
              <a:cxn ang="T4">
                <a:pos x="T0" y="T1"/>
              </a:cxn>
              <a:cxn ang="T5">
                <a:pos x="T2" y="T3"/>
              </a:cxn>
            </a:cxnLst>
            <a:rect l="T6" t="T7" r="T8" b="T9"/>
            <a:pathLst>
              <a:path w="2" h="214">
                <a:moveTo>
                  <a:pt x="0" y="192"/>
                </a:moveTo>
                <a:cubicBezTo>
                  <a:pt x="1" y="0"/>
                  <a:pt x="1" y="214"/>
                  <a:pt x="2" y="22"/>
                </a:cubicBez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6874" name="Freeform 9"/>
          <p:cNvSpPr>
            <a:spLocks/>
          </p:cNvSpPr>
          <p:nvPr/>
        </p:nvSpPr>
        <p:spPr bwMode="auto">
          <a:xfrm>
            <a:off x="6715125" y="1928813"/>
            <a:ext cx="760413" cy="3197225"/>
          </a:xfrm>
          <a:custGeom>
            <a:avLst/>
            <a:gdLst>
              <a:gd name="T0" fmla="*/ 2147483647 w 486"/>
              <a:gd name="T1" fmla="*/ 0 h 1745"/>
              <a:gd name="T2" fmla="*/ 2147483647 w 486"/>
              <a:gd name="T3" fmla="*/ 2147483647 h 1745"/>
              <a:gd name="T4" fmla="*/ 2147483647 w 486"/>
              <a:gd name="T5" fmla="*/ 2147483647 h 1745"/>
              <a:gd name="T6" fmla="*/ 2147483647 w 486"/>
              <a:gd name="T7" fmla="*/ 2147483647 h 1745"/>
              <a:gd name="T8" fmla="*/ 2147483647 w 486"/>
              <a:gd name="T9" fmla="*/ 2147483647 h 1745"/>
              <a:gd name="T10" fmla="*/ 2147483647 w 486"/>
              <a:gd name="T11" fmla="*/ 2147483647 h 1745"/>
              <a:gd name="T12" fmla="*/ 0 60000 65536"/>
              <a:gd name="T13" fmla="*/ 0 60000 65536"/>
              <a:gd name="T14" fmla="*/ 0 60000 65536"/>
              <a:gd name="T15" fmla="*/ 0 60000 65536"/>
              <a:gd name="T16" fmla="*/ 0 60000 65536"/>
              <a:gd name="T17" fmla="*/ 0 60000 65536"/>
              <a:gd name="T18" fmla="*/ 0 w 486"/>
              <a:gd name="T19" fmla="*/ 0 h 1745"/>
              <a:gd name="T20" fmla="*/ 486 w 486"/>
              <a:gd name="T21" fmla="*/ 1745 h 1745"/>
            </a:gdLst>
            <a:ahLst/>
            <a:cxnLst>
              <a:cxn ang="T12">
                <a:pos x="T0" y="T1"/>
              </a:cxn>
              <a:cxn ang="T13">
                <a:pos x="T2" y="T3"/>
              </a:cxn>
              <a:cxn ang="T14">
                <a:pos x="T4" y="T5"/>
              </a:cxn>
              <a:cxn ang="T15">
                <a:pos x="T6" y="T7"/>
              </a:cxn>
              <a:cxn ang="T16">
                <a:pos x="T8" y="T9"/>
              </a:cxn>
              <a:cxn ang="T17">
                <a:pos x="T10" y="T11"/>
              </a:cxn>
            </a:cxnLst>
            <a:rect l="T18" t="T19" r="T20" b="T21"/>
            <a:pathLst>
              <a:path w="486" h="1745">
                <a:moveTo>
                  <a:pt x="315" y="0"/>
                </a:moveTo>
                <a:cubicBezTo>
                  <a:pt x="288" y="24"/>
                  <a:pt x="296" y="71"/>
                  <a:pt x="247" y="143"/>
                </a:cubicBezTo>
                <a:cubicBezTo>
                  <a:pt x="198" y="215"/>
                  <a:pt x="0" y="316"/>
                  <a:pt x="21" y="430"/>
                </a:cubicBezTo>
                <a:cubicBezTo>
                  <a:pt x="32" y="597"/>
                  <a:pt x="205" y="686"/>
                  <a:pt x="282" y="827"/>
                </a:cubicBezTo>
                <a:cubicBezTo>
                  <a:pt x="334" y="941"/>
                  <a:pt x="390" y="962"/>
                  <a:pt x="424" y="1115"/>
                </a:cubicBezTo>
                <a:cubicBezTo>
                  <a:pt x="458" y="1268"/>
                  <a:pt x="461" y="1640"/>
                  <a:pt x="486" y="1745"/>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36875" name="Picture 4" descr="C:\Documents and Settings\Jeong\Desktop\images.jpg"/>
          <p:cNvPicPr>
            <a:picLocks noChangeAspect="1" noChangeArrowheads="1"/>
          </p:cNvPicPr>
          <p:nvPr/>
        </p:nvPicPr>
        <p:blipFill>
          <a:blip r:embed="rId3"/>
          <a:srcRect/>
          <a:stretch>
            <a:fillRect/>
          </a:stretch>
        </p:blipFill>
        <p:spPr bwMode="auto">
          <a:xfrm>
            <a:off x="357188" y="3286125"/>
            <a:ext cx="1266825" cy="923925"/>
          </a:xfrm>
          <a:prstGeom prst="rect">
            <a:avLst/>
          </a:prstGeom>
          <a:noFill/>
          <a:ln w="9525">
            <a:noFill/>
            <a:miter lim="800000"/>
            <a:headEnd/>
            <a:tailEnd/>
          </a:ln>
        </p:spPr>
      </p:pic>
      <p:grpSp>
        <p:nvGrpSpPr>
          <p:cNvPr id="36876" name="Group 16"/>
          <p:cNvGrpSpPr>
            <a:grpSpLocks/>
          </p:cNvGrpSpPr>
          <p:nvPr/>
        </p:nvGrpSpPr>
        <p:grpSpPr bwMode="auto">
          <a:xfrm>
            <a:off x="1571625" y="3429000"/>
            <a:ext cx="285750" cy="307975"/>
            <a:chOff x="1928794" y="3357542"/>
            <a:chExt cx="284996" cy="308622"/>
          </a:xfrm>
        </p:grpSpPr>
        <p:sp>
          <p:nvSpPr>
            <p:cNvPr id="36881"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6882"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6883"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grpSp>
        <p:nvGrpSpPr>
          <p:cNvPr id="36877" name="Group 14"/>
          <p:cNvGrpSpPr>
            <a:grpSpLocks/>
          </p:cNvGrpSpPr>
          <p:nvPr/>
        </p:nvGrpSpPr>
        <p:grpSpPr bwMode="auto">
          <a:xfrm>
            <a:off x="4000500" y="2500313"/>
            <a:ext cx="446088" cy="2000250"/>
            <a:chOff x="4000496" y="2500306"/>
            <a:chExt cx="446088" cy="2000262"/>
          </a:xfrm>
        </p:grpSpPr>
        <p:sp>
          <p:nvSpPr>
            <p:cNvPr id="36880"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36866" name="Object 3"/>
            <p:cNvGraphicFramePr>
              <a:graphicFrameLocks noChangeAspect="1"/>
            </p:cNvGraphicFramePr>
            <p:nvPr/>
          </p:nvGraphicFramePr>
          <p:xfrm>
            <a:off x="4071934" y="2500306"/>
            <a:ext cx="241300" cy="338137"/>
          </p:xfrm>
          <a:graphic>
            <a:graphicData uri="http://schemas.openxmlformats.org/presentationml/2006/ole">
              <p:oleObj spid="_x0000_s36866" name="Equation" r:id="rId4" imgW="88560" imgH="164880" progId="Equation.DSMT4">
                <p:embed/>
              </p:oleObj>
            </a:graphicData>
          </a:graphic>
        </p:graphicFrame>
        <p:graphicFrame>
          <p:nvGraphicFramePr>
            <p:cNvPr id="36867" name="Object 16"/>
            <p:cNvGraphicFramePr>
              <a:graphicFrameLocks noChangeAspect="1"/>
            </p:cNvGraphicFramePr>
            <p:nvPr/>
          </p:nvGraphicFramePr>
          <p:xfrm>
            <a:off x="4000496" y="4143380"/>
            <a:ext cx="446088" cy="357188"/>
          </p:xfrm>
          <a:graphic>
            <a:graphicData uri="http://schemas.openxmlformats.org/presentationml/2006/ole">
              <p:oleObj spid="_x0000_s36867" name="Equation" r:id="rId5" imgW="126720" imgH="164880" progId="Equation.DSMT4">
                <p:embed/>
              </p:oleObj>
            </a:graphicData>
          </a:graphic>
        </p:graphicFrame>
      </p:grpSp>
      <p:sp>
        <p:nvSpPr>
          <p:cNvPr id="36878" name="Freeform 9"/>
          <p:cNvSpPr>
            <a:spLocks/>
          </p:cNvSpPr>
          <p:nvPr/>
        </p:nvSpPr>
        <p:spPr bwMode="auto">
          <a:xfrm flipV="1">
            <a:off x="4500563" y="3071813"/>
            <a:ext cx="714375" cy="17621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6879" name="Freeform 9"/>
          <p:cNvSpPr>
            <a:spLocks/>
          </p:cNvSpPr>
          <p:nvPr/>
        </p:nvSpPr>
        <p:spPr bwMode="auto">
          <a:xfrm rot="9742484" flipH="1" flipV="1">
            <a:off x="4464050" y="2503488"/>
            <a:ext cx="544513"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2"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7893"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7894"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7895"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7896"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37897" name="Picture 4" descr="C:\Documents and Settings\Jeong\Desktop\images.jpg"/>
          <p:cNvPicPr>
            <a:picLocks noChangeAspect="1" noChangeArrowheads="1"/>
          </p:cNvPicPr>
          <p:nvPr/>
        </p:nvPicPr>
        <p:blipFill>
          <a:blip r:embed="rId3"/>
          <a:srcRect/>
          <a:stretch>
            <a:fillRect/>
          </a:stretch>
        </p:blipFill>
        <p:spPr bwMode="auto">
          <a:xfrm>
            <a:off x="357188" y="3286125"/>
            <a:ext cx="1266825" cy="923925"/>
          </a:xfrm>
          <a:prstGeom prst="rect">
            <a:avLst/>
          </a:prstGeom>
          <a:noFill/>
          <a:ln w="9525">
            <a:noFill/>
            <a:miter lim="800000"/>
            <a:headEnd/>
            <a:tailEnd/>
          </a:ln>
        </p:spPr>
      </p:pic>
      <p:grpSp>
        <p:nvGrpSpPr>
          <p:cNvPr id="37898" name="Group 16"/>
          <p:cNvGrpSpPr>
            <a:grpSpLocks/>
          </p:cNvGrpSpPr>
          <p:nvPr/>
        </p:nvGrpSpPr>
        <p:grpSpPr bwMode="auto">
          <a:xfrm>
            <a:off x="1571625" y="3429000"/>
            <a:ext cx="285750" cy="307975"/>
            <a:chOff x="1928794" y="3357542"/>
            <a:chExt cx="284996" cy="308622"/>
          </a:xfrm>
        </p:grpSpPr>
        <p:sp>
          <p:nvSpPr>
            <p:cNvPr id="37905"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7906"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7907"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37899" name="Freeform 24"/>
          <p:cNvSpPr>
            <a:spLocks/>
          </p:cNvSpPr>
          <p:nvPr/>
        </p:nvSpPr>
        <p:spPr bwMode="auto">
          <a:xfrm>
            <a:off x="4500563" y="2786063"/>
            <a:ext cx="3175" cy="339725"/>
          </a:xfrm>
          <a:custGeom>
            <a:avLst/>
            <a:gdLst>
              <a:gd name="T0" fmla="*/ 0 w 2"/>
              <a:gd name="T1" fmla="*/ 2147483647 h 214"/>
              <a:gd name="T2" fmla="*/ 2147483647 w 2"/>
              <a:gd name="T3" fmla="*/ 2147483647 h 214"/>
              <a:gd name="T4" fmla="*/ 0 60000 65536"/>
              <a:gd name="T5" fmla="*/ 0 60000 65536"/>
              <a:gd name="T6" fmla="*/ 0 w 2"/>
              <a:gd name="T7" fmla="*/ 0 h 214"/>
              <a:gd name="T8" fmla="*/ 2 w 2"/>
              <a:gd name="T9" fmla="*/ 214 h 214"/>
            </a:gdLst>
            <a:ahLst/>
            <a:cxnLst>
              <a:cxn ang="T4">
                <a:pos x="T0" y="T1"/>
              </a:cxn>
              <a:cxn ang="T5">
                <a:pos x="T2" y="T3"/>
              </a:cxn>
            </a:cxnLst>
            <a:rect l="T6" t="T7" r="T8" b="T9"/>
            <a:pathLst>
              <a:path w="2" h="214">
                <a:moveTo>
                  <a:pt x="0" y="192"/>
                </a:moveTo>
                <a:cubicBezTo>
                  <a:pt x="1" y="0"/>
                  <a:pt x="1" y="214"/>
                  <a:pt x="2" y="22"/>
                </a:cubicBez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7900" name="Freeform 9"/>
          <p:cNvSpPr>
            <a:spLocks/>
          </p:cNvSpPr>
          <p:nvPr/>
        </p:nvSpPr>
        <p:spPr bwMode="auto">
          <a:xfrm>
            <a:off x="6572250" y="2143125"/>
            <a:ext cx="857250" cy="3197225"/>
          </a:xfrm>
          <a:custGeom>
            <a:avLst/>
            <a:gdLst>
              <a:gd name="T0" fmla="*/ 2147483647 w 547"/>
              <a:gd name="T1" fmla="*/ 0 h 1745"/>
              <a:gd name="T2" fmla="*/ 2147483647 w 547"/>
              <a:gd name="T3" fmla="*/ 2147483647 h 1745"/>
              <a:gd name="T4" fmla="*/ 2147483647 w 547"/>
              <a:gd name="T5" fmla="*/ 2147483647 h 1745"/>
              <a:gd name="T6" fmla="*/ 2147483647 w 547"/>
              <a:gd name="T7" fmla="*/ 2147483647 h 1745"/>
              <a:gd name="T8" fmla="*/ 2147483647 w 547"/>
              <a:gd name="T9" fmla="*/ 2147483647 h 1745"/>
              <a:gd name="T10" fmla="*/ 2147483647 w 547"/>
              <a:gd name="T11" fmla="*/ 2147483647 h 1745"/>
              <a:gd name="T12" fmla="*/ 0 60000 65536"/>
              <a:gd name="T13" fmla="*/ 0 60000 65536"/>
              <a:gd name="T14" fmla="*/ 0 60000 65536"/>
              <a:gd name="T15" fmla="*/ 0 60000 65536"/>
              <a:gd name="T16" fmla="*/ 0 60000 65536"/>
              <a:gd name="T17" fmla="*/ 0 60000 65536"/>
              <a:gd name="T18" fmla="*/ 0 w 547"/>
              <a:gd name="T19" fmla="*/ 0 h 1745"/>
              <a:gd name="T20" fmla="*/ 547 w 547"/>
              <a:gd name="T21" fmla="*/ 1745 h 1745"/>
            </a:gdLst>
            <a:ahLst/>
            <a:cxnLst>
              <a:cxn ang="T12">
                <a:pos x="T0" y="T1"/>
              </a:cxn>
              <a:cxn ang="T13">
                <a:pos x="T2" y="T3"/>
              </a:cxn>
              <a:cxn ang="T14">
                <a:pos x="T4" y="T5"/>
              </a:cxn>
              <a:cxn ang="T15">
                <a:pos x="T6" y="T7"/>
              </a:cxn>
              <a:cxn ang="T16">
                <a:pos x="T8" y="T9"/>
              </a:cxn>
              <a:cxn ang="T17">
                <a:pos x="T10" y="T11"/>
              </a:cxn>
            </a:cxnLst>
            <a:rect l="T18" t="T19" r="T20" b="T21"/>
            <a:pathLst>
              <a:path w="547" h="1745">
                <a:moveTo>
                  <a:pt x="521" y="0"/>
                </a:moveTo>
                <a:cubicBezTo>
                  <a:pt x="547" y="35"/>
                  <a:pt x="518" y="39"/>
                  <a:pt x="507" y="169"/>
                </a:cubicBezTo>
                <a:cubicBezTo>
                  <a:pt x="507" y="275"/>
                  <a:pt x="450" y="489"/>
                  <a:pt x="409" y="664"/>
                </a:cubicBezTo>
                <a:cubicBezTo>
                  <a:pt x="420" y="831"/>
                  <a:pt x="0" y="1076"/>
                  <a:pt x="77" y="1217"/>
                </a:cubicBezTo>
                <a:cubicBezTo>
                  <a:pt x="129" y="1331"/>
                  <a:pt x="337" y="1417"/>
                  <a:pt x="402" y="1505"/>
                </a:cubicBezTo>
                <a:cubicBezTo>
                  <a:pt x="467" y="1593"/>
                  <a:pt x="439" y="1640"/>
                  <a:pt x="464" y="1745"/>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37901" name="Group 14"/>
          <p:cNvGrpSpPr>
            <a:grpSpLocks/>
          </p:cNvGrpSpPr>
          <p:nvPr/>
        </p:nvGrpSpPr>
        <p:grpSpPr bwMode="auto">
          <a:xfrm>
            <a:off x="4000500" y="2500313"/>
            <a:ext cx="446088" cy="2000250"/>
            <a:chOff x="4000496" y="2500306"/>
            <a:chExt cx="446088" cy="2000262"/>
          </a:xfrm>
        </p:grpSpPr>
        <p:sp>
          <p:nvSpPr>
            <p:cNvPr id="37904"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37890" name="Object 3"/>
            <p:cNvGraphicFramePr>
              <a:graphicFrameLocks noChangeAspect="1"/>
            </p:cNvGraphicFramePr>
            <p:nvPr/>
          </p:nvGraphicFramePr>
          <p:xfrm>
            <a:off x="4071934" y="2500306"/>
            <a:ext cx="241300" cy="338137"/>
          </p:xfrm>
          <a:graphic>
            <a:graphicData uri="http://schemas.openxmlformats.org/presentationml/2006/ole">
              <p:oleObj spid="_x0000_s37890" name="Equation" r:id="rId4" imgW="88560" imgH="164880" progId="Equation.DSMT4">
                <p:embed/>
              </p:oleObj>
            </a:graphicData>
          </a:graphic>
        </p:graphicFrame>
        <p:graphicFrame>
          <p:nvGraphicFramePr>
            <p:cNvPr id="37891" name="Object 16"/>
            <p:cNvGraphicFramePr>
              <a:graphicFrameLocks noChangeAspect="1"/>
            </p:cNvGraphicFramePr>
            <p:nvPr/>
          </p:nvGraphicFramePr>
          <p:xfrm>
            <a:off x="4000496" y="4143380"/>
            <a:ext cx="446088" cy="357188"/>
          </p:xfrm>
          <a:graphic>
            <a:graphicData uri="http://schemas.openxmlformats.org/presentationml/2006/ole">
              <p:oleObj spid="_x0000_s37891" name="Equation" r:id="rId5" imgW="126720" imgH="164880" progId="Equation.DSMT4">
                <p:embed/>
              </p:oleObj>
            </a:graphicData>
          </a:graphic>
        </p:graphicFrame>
      </p:grpSp>
      <p:sp>
        <p:nvSpPr>
          <p:cNvPr id="37902" name="Freeform 9"/>
          <p:cNvSpPr>
            <a:spLocks/>
          </p:cNvSpPr>
          <p:nvPr/>
        </p:nvSpPr>
        <p:spPr bwMode="auto">
          <a:xfrm rot="1048545" flipV="1">
            <a:off x="4533900" y="4294188"/>
            <a:ext cx="571500" cy="3063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7903" name="Freeform 9"/>
          <p:cNvSpPr>
            <a:spLocks/>
          </p:cNvSpPr>
          <p:nvPr/>
        </p:nvSpPr>
        <p:spPr bwMode="auto">
          <a:xfrm rot="9119726" flipH="1">
            <a:off x="4603750" y="3790950"/>
            <a:ext cx="703263" cy="307975"/>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6" name="Title 1"/>
          <p:cNvSpPr>
            <a:spLocks noGrp="1"/>
          </p:cNvSpPr>
          <p:nvPr>
            <p:ph type="title" idx="4294967295"/>
          </p:nvPr>
        </p:nvSpPr>
        <p:spPr>
          <a:xfrm>
            <a:off x="714375" y="500063"/>
            <a:ext cx="7772400" cy="747712"/>
          </a:xfrm>
        </p:spPr>
        <p:txBody>
          <a:bodyPr/>
          <a:lstStyle/>
          <a:p>
            <a:pPr eaLnBrk="1" hangingPunct="1"/>
            <a:r>
              <a:rPr lang="en-US" sz="4000">
                <a:ea typeface="ＭＳ Ｐゴシック" pitchFamily="-28" charset="-128"/>
                <a:cs typeface="ＭＳ Ｐゴシック" pitchFamily="-28" charset="-128"/>
              </a:rPr>
              <a:t>Classical gun</a:t>
            </a:r>
            <a:endParaRPr lang="en-AU" sz="4000">
              <a:ea typeface="ＭＳ Ｐゴシック" pitchFamily="-28" charset="-128"/>
              <a:cs typeface="ＭＳ Ｐゴシック" pitchFamily="-28" charset="-128"/>
            </a:endParaRPr>
          </a:p>
        </p:txBody>
      </p:sp>
      <p:sp>
        <p:nvSpPr>
          <p:cNvPr id="38917"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8918"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8919"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8920"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8921"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8922"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8923" name="Freeform 9"/>
          <p:cNvSpPr>
            <a:spLocks/>
          </p:cNvSpPr>
          <p:nvPr/>
        </p:nvSpPr>
        <p:spPr bwMode="auto">
          <a:xfrm>
            <a:off x="6643688" y="2143125"/>
            <a:ext cx="592137" cy="3054350"/>
          </a:xfrm>
          <a:custGeom>
            <a:avLst/>
            <a:gdLst>
              <a:gd name="T0" fmla="*/ 2147483647 w 378"/>
              <a:gd name="T1" fmla="*/ 0 h 1667"/>
              <a:gd name="T2" fmla="*/ 2147483647 w 378"/>
              <a:gd name="T3" fmla="*/ 2147483647 h 1667"/>
              <a:gd name="T4" fmla="*/ 0 w 378"/>
              <a:gd name="T5" fmla="*/ 2147483647 h 1667"/>
              <a:gd name="T6" fmla="*/ 2147483647 w 378"/>
              <a:gd name="T7" fmla="*/ 2147483647 h 1667"/>
              <a:gd name="T8" fmla="*/ 2147483647 w 378"/>
              <a:gd name="T9" fmla="*/ 2147483647 h 1667"/>
              <a:gd name="T10" fmla="*/ 0 60000 65536"/>
              <a:gd name="T11" fmla="*/ 0 60000 65536"/>
              <a:gd name="T12" fmla="*/ 0 60000 65536"/>
              <a:gd name="T13" fmla="*/ 0 60000 65536"/>
              <a:gd name="T14" fmla="*/ 0 60000 65536"/>
              <a:gd name="T15" fmla="*/ 0 w 378"/>
              <a:gd name="T16" fmla="*/ 0 h 1667"/>
              <a:gd name="T17" fmla="*/ 378 w 378"/>
              <a:gd name="T18" fmla="*/ 1667 h 1667"/>
            </a:gdLst>
            <a:ahLst/>
            <a:cxnLst>
              <a:cxn ang="T10">
                <a:pos x="T0" y="T1"/>
              </a:cxn>
              <a:cxn ang="T11">
                <a:pos x="T2" y="T3"/>
              </a:cxn>
              <a:cxn ang="T12">
                <a:pos x="T4" y="T5"/>
              </a:cxn>
              <a:cxn ang="T13">
                <a:pos x="T6" y="T7"/>
              </a:cxn>
              <a:cxn ang="T14">
                <a:pos x="T8" y="T9"/>
              </a:cxn>
            </a:cxnLst>
            <a:rect l="T15" t="T16" r="T17" b="T18"/>
            <a:pathLst>
              <a:path w="378" h="1667">
                <a:moveTo>
                  <a:pt x="340" y="0"/>
                </a:moveTo>
                <a:cubicBezTo>
                  <a:pt x="309" y="30"/>
                  <a:pt x="254" y="197"/>
                  <a:pt x="197" y="334"/>
                </a:cubicBezTo>
                <a:cubicBezTo>
                  <a:pt x="140" y="471"/>
                  <a:pt x="14" y="698"/>
                  <a:pt x="0" y="820"/>
                </a:cubicBezTo>
                <a:cubicBezTo>
                  <a:pt x="11" y="987"/>
                  <a:pt x="184" y="1193"/>
                  <a:pt x="261" y="1334"/>
                </a:cubicBezTo>
                <a:cubicBezTo>
                  <a:pt x="260" y="1398"/>
                  <a:pt x="378" y="1631"/>
                  <a:pt x="374"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38924" name="Group 17"/>
          <p:cNvGrpSpPr>
            <a:grpSpLocks/>
          </p:cNvGrpSpPr>
          <p:nvPr/>
        </p:nvGrpSpPr>
        <p:grpSpPr bwMode="auto">
          <a:xfrm>
            <a:off x="4000500" y="2500313"/>
            <a:ext cx="446088" cy="2000250"/>
            <a:chOff x="4000496" y="2500306"/>
            <a:chExt cx="446088" cy="2000262"/>
          </a:xfrm>
        </p:grpSpPr>
        <p:sp>
          <p:nvSpPr>
            <p:cNvPr id="38937"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38914" name="Object 3"/>
            <p:cNvGraphicFramePr>
              <a:graphicFrameLocks noChangeAspect="1"/>
            </p:cNvGraphicFramePr>
            <p:nvPr/>
          </p:nvGraphicFramePr>
          <p:xfrm>
            <a:off x="4071934" y="2500306"/>
            <a:ext cx="241300" cy="338137"/>
          </p:xfrm>
          <a:graphic>
            <a:graphicData uri="http://schemas.openxmlformats.org/presentationml/2006/ole">
              <p:oleObj spid="_x0000_s38914" name="Equation" r:id="rId3" imgW="88560" imgH="164880" progId="Equation.DSMT4">
                <p:embed/>
              </p:oleObj>
            </a:graphicData>
          </a:graphic>
        </p:graphicFrame>
        <p:graphicFrame>
          <p:nvGraphicFramePr>
            <p:cNvPr id="38915" name="Object 19"/>
            <p:cNvGraphicFramePr>
              <a:graphicFrameLocks noChangeAspect="1"/>
            </p:cNvGraphicFramePr>
            <p:nvPr/>
          </p:nvGraphicFramePr>
          <p:xfrm>
            <a:off x="4000496" y="4143380"/>
            <a:ext cx="446088" cy="357188"/>
          </p:xfrm>
          <a:graphic>
            <a:graphicData uri="http://schemas.openxmlformats.org/presentationml/2006/ole">
              <p:oleObj spid="_x0000_s38915" name="Equation" r:id="rId4" imgW="126720" imgH="164880" progId="Equation.DSMT4">
                <p:embed/>
              </p:oleObj>
            </a:graphicData>
          </a:graphic>
        </p:graphicFrame>
      </p:grpSp>
      <p:sp>
        <p:nvSpPr>
          <p:cNvPr id="38925" name="Freeform 9"/>
          <p:cNvSpPr>
            <a:spLocks/>
          </p:cNvSpPr>
          <p:nvPr/>
        </p:nvSpPr>
        <p:spPr bwMode="auto">
          <a:xfrm rot="1048545" flipV="1">
            <a:off x="4533900" y="4294188"/>
            <a:ext cx="571500" cy="3063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8926" name="Freeform 9"/>
          <p:cNvSpPr>
            <a:spLocks/>
          </p:cNvSpPr>
          <p:nvPr/>
        </p:nvSpPr>
        <p:spPr bwMode="auto">
          <a:xfrm rot="9119726" flipH="1">
            <a:off x="4603750" y="3790950"/>
            <a:ext cx="703263" cy="307975"/>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8927" name="Freeform 9"/>
          <p:cNvSpPr>
            <a:spLocks/>
          </p:cNvSpPr>
          <p:nvPr/>
        </p:nvSpPr>
        <p:spPr bwMode="auto">
          <a:xfrm flipV="1">
            <a:off x="4500563" y="3071813"/>
            <a:ext cx="714375" cy="17621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8928" name="Freeform 9"/>
          <p:cNvSpPr>
            <a:spLocks/>
          </p:cNvSpPr>
          <p:nvPr/>
        </p:nvSpPr>
        <p:spPr bwMode="auto">
          <a:xfrm rot="9742484" flipH="1" flipV="1">
            <a:off x="4464050" y="2503488"/>
            <a:ext cx="544513"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38929" name="Picture 4" descr="C:\Documents and Settings\Jeong\Desktop\images.jpg"/>
          <p:cNvPicPr>
            <a:picLocks noChangeAspect="1" noChangeArrowheads="1"/>
          </p:cNvPicPr>
          <p:nvPr/>
        </p:nvPicPr>
        <p:blipFill>
          <a:blip r:embed="rId5"/>
          <a:srcRect/>
          <a:stretch>
            <a:fillRect/>
          </a:stretch>
        </p:blipFill>
        <p:spPr bwMode="auto">
          <a:xfrm>
            <a:off x="357188" y="3286125"/>
            <a:ext cx="1266825" cy="923925"/>
          </a:xfrm>
          <a:prstGeom prst="rect">
            <a:avLst/>
          </a:prstGeom>
          <a:noFill/>
          <a:ln w="9525">
            <a:noFill/>
            <a:miter lim="800000"/>
            <a:headEnd/>
            <a:tailEnd/>
          </a:ln>
        </p:spPr>
      </p:pic>
      <p:grpSp>
        <p:nvGrpSpPr>
          <p:cNvPr id="38930" name="Group 16"/>
          <p:cNvGrpSpPr>
            <a:grpSpLocks/>
          </p:cNvGrpSpPr>
          <p:nvPr/>
        </p:nvGrpSpPr>
        <p:grpSpPr bwMode="auto">
          <a:xfrm>
            <a:off x="1571625" y="3429000"/>
            <a:ext cx="285750" cy="307975"/>
            <a:chOff x="1928794" y="3357542"/>
            <a:chExt cx="284996" cy="308622"/>
          </a:xfrm>
        </p:grpSpPr>
        <p:sp>
          <p:nvSpPr>
            <p:cNvPr id="38934"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8935"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8936"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grpSp>
        <p:nvGrpSpPr>
          <p:cNvPr id="4" name="Group 34"/>
          <p:cNvGrpSpPr>
            <a:grpSpLocks/>
          </p:cNvGrpSpPr>
          <p:nvPr/>
        </p:nvGrpSpPr>
        <p:grpSpPr bwMode="auto">
          <a:xfrm>
            <a:off x="5867400" y="2420938"/>
            <a:ext cx="2592388" cy="2376487"/>
            <a:chOff x="3696" y="1525"/>
            <a:chExt cx="1633" cy="1497"/>
          </a:xfrm>
        </p:grpSpPr>
        <p:sp>
          <p:nvSpPr>
            <p:cNvPr id="38932" name="Freeform 24"/>
            <p:cNvSpPr>
              <a:spLocks/>
            </p:cNvSpPr>
            <p:nvPr/>
          </p:nvSpPr>
          <p:spPr bwMode="auto">
            <a:xfrm flipH="1">
              <a:off x="3696" y="1525"/>
              <a:ext cx="1633" cy="149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8933" name="Freeform 24"/>
            <p:cNvSpPr>
              <a:spLocks/>
            </p:cNvSpPr>
            <p:nvPr/>
          </p:nvSpPr>
          <p:spPr bwMode="auto">
            <a:xfrm flipH="1" flipV="1">
              <a:off x="3742" y="1525"/>
              <a:ext cx="1542" cy="1496"/>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rot="10800000">
              <a:prstTxWarp prst="textNoShape">
                <a:avLst/>
              </a:prstTxWarp>
            </a:bodyPr>
            <a:lstStyle/>
            <a:p>
              <a:endParaRPr lang="en-AU">
                <a:latin typeface="Times New Roman" pitchFamily="-2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40"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9941"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9942"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9943"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39944"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9945"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39946" name="Picture 4" descr="C:\Documents and Settings\Jeong\Desktop\images.jpg"/>
          <p:cNvPicPr>
            <a:picLocks noChangeAspect="1" noChangeArrowheads="1"/>
          </p:cNvPicPr>
          <p:nvPr/>
        </p:nvPicPr>
        <p:blipFill>
          <a:blip r:embed="rId3"/>
          <a:srcRect/>
          <a:stretch>
            <a:fillRect/>
          </a:stretch>
        </p:blipFill>
        <p:spPr bwMode="auto">
          <a:xfrm>
            <a:off x="357188" y="3286125"/>
            <a:ext cx="1266825" cy="923925"/>
          </a:xfrm>
          <a:prstGeom prst="rect">
            <a:avLst/>
          </a:prstGeom>
          <a:noFill/>
          <a:ln w="9525">
            <a:noFill/>
            <a:miter lim="800000"/>
            <a:headEnd/>
            <a:tailEnd/>
          </a:ln>
        </p:spPr>
      </p:pic>
      <p:grpSp>
        <p:nvGrpSpPr>
          <p:cNvPr id="39947" name="Group 16"/>
          <p:cNvGrpSpPr>
            <a:grpSpLocks/>
          </p:cNvGrpSpPr>
          <p:nvPr/>
        </p:nvGrpSpPr>
        <p:grpSpPr bwMode="auto">
          <a:xfrm>
            <a:off x="1571625" y="3429000"/>
            <a:ext cx="285750" cy="307975"/>
            <a:chOff x="1928794" y="3357542"/>
            <a:chExt cx="284996" cy="308622"/>
          </a:xfrm>
        </p:grpSpPr>
        <p:sp>
          <p:nvSpPr>
            <p:cNvPr id="39956"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9957"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9958"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39948" name="Freeform 9"/>
          <p:cNvSpPr>
            <a:spLocks/>
          </p:cNvSpPr>
          <p:nvPr/>
        </p:nvSpPr>
        <p:spPr bwMode="auto">
          <a:xfrm>
            <a:off x="6756400" y="2143125"/>
            <a:ext cx="814388" cy="3054350"/>
          </a:xfrm>
          <a:custGeom>
            <a:avLst/>
            <a:gdLst>
              <a:gd name="T0" fmla="*/ 2147483647 w 520"/>
              <a:gd name="T1" fmla="*/ 0 h 1667"/>
              <a:gd name="T2" fmla="*/ 2147483647 w 520"/>
              <a:gd name="T3" fmla="*/ 2147483647 h 1667"/>
              <a:gd name="T4" fmla="*/ 2147483647 w 520"/>
              <a:gd name="T5" fmla="*/ 2147483647 h 1667"/>
              <a:gd name="T6" fmla="*/ 2147483647 w 520"/>
              <a:gd name="T7" fmla="*/ 2147483647 h 1667"/>
              <a:gd name="T8" fmla="*/ 2147483647 w 520"/>
              <a:gd name="T9" fmla="*/ 2147483647 h 1667"/>
              <a:gd name="T10" fmla="*/ 0 w 520"/>
              <a:gd name="T11" fmla="*/ 2147483647 h 1667"/>
              <a:gd name="T12" fmla="*/ 2147483647 w 520"/>
              <a:gd name="T13" fmla="*/ 2147483647 h 1667"/>
              <a:gd name="T14" fmla="*/ 2147483647 w 520"/>
              <a:gd name="T15" fmla="*/ 2147483647 h 1667"/>
              <a:gd name="T16" fmla="*/ 2147483647 w 520"/>
              <a:gd name="T17" fmla="*/ 2147483647 h 16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0"/>
              <a:gd name="T28" fmla="*/ 0 h 1667"/>
              <a:gd name="T29" fmla="*/ 520 w 520"/>
              <a:gd name="T30" fmla="*/ 1667 h 16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0" h="1667">
                <a:moveTo>
                  <a:pt x="453" y="0"/>
                </a:moveTo>
                <a:cubicBezTo>
                  <a:pt x="422" y="30"/>
                  <a:pt x="214" y="154"/>
                  <a:pt x="219" y="217"/>
                </a:cubicBezTo>
                <a:cubicBezTo>
                  <a:pt x="224" y="280"/>
                  <a:pt x="449" y="365"/>
                  <a:pt x="483" y="380"/>
                </a:cubicBezTo>
                <a:cubicBezTo>
                  <a:pt x="498" y="453"/>
                  <a:pt x="31" y="506"/>
                  <a:pt x="33" y="578"/>
                </a:cubicBezTo>
                <a:cubicBezTo>
                  <a:pt x="35" y="650"/>
                  <a:pt x="500" y="731"/>
                  <a:pt x="495" y="812"/>
                </a:cubicBezTo>
                <a:cubicBezTo>
                  <a:pt x="490" y="893"/>
                  <a:pt x="0" y="986"/>
                  <a:pt x="0" y="1064"/>
                </a:cubicBezTo>
                <a:cubicBezTo>
                  <a:pt x="0" y="1142"/>
                  <a:pt x="472" y="1216"/>
                  <a:pt x="496" y="1280"/>
                </a:cubicBezTo>
                <a:cubicBezTo>
                  <a:pt x="520" y="1345"/>
                  <a:pt x="284" y="1387"/>
                  <a:pt x="283" y="1451"/>
                </a:cubicBezTo>
                <a:cubicBezTo>
                  <a:pt x="282" y="1515"/>
                  <a:pt x="491" y="1631"/>
                  <a:pt x="487"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39949" name="Group 14"/>
          <p:cNvGrpSpPr>
            <a:grpSpLocks/>
          </p:cNvGrpSpPr>
          <p:nvPr/>
        </p:nvGrpSpPr>
        <p:grpSpPr bwMode="auto">
          <a:xfrm>
            <a:off x="4000500" y="2500313"/>
            <a:ext cx="446088" cy="2000250"/>
            <a:chOff x="4000496" y="2500306"/>
            <a:chExt cx="446088" cy="2000262"/>
          </a:xfrm>
        </p:grpSpPr>
        <p:sp>
          <p:nvSpPr>
            <p:cNvPr id="39955"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39938" name="Object 3"/>
            <p:cNvGraphicFramePr>
              <a:graphicFrameLocks noChangeAspect="1"/>
            </p:cNvGraphicFramePr>
            <p:nvPr/>
          </p:nvGraphicFramePr>
          <p:xfrm>
            <a:off x="4071934" y="2500306"/>
            <a:ext cx="241300" cy="338137"/>
          </p:xfrm>
          <a:graphic>
            <a:graphicData uri="http://schemas.openxmlformats.org/presentationml/2006/ole">
              <p:oleObj spid="_x0000_s39938" name="Equation" r:id="rId4" imgW="88560" imgH="164880" progId="Equation.DSMT4">
                <p:embed/>
              </p:oleObj>
            </a:graphicData>
          </a:graphic>
        </p:graphicFrame>
        <p:graphicFrame>
          <p:nvGraphicFramePr>
            <p:cNvPr id="39939" name="Object 16"/>
            <p:cNvGraphicFramePr>
              <a:graphicFrameLocks noChangeAspect="1"/>
            </p:cNvGraphicFramePr>
            <p:nvPr/>
          </p:nvGraphicFramePr>
          <p:xfrm>
            <a:off x="4000496" y="4143380"/>
            <a:ext cx="446088" cy="357188"/>
          </p:xfrm>
          <a:graphic>
            <a:graphicData uri="http://schemas.openxmlformats.org/presentationml/2006/ole">
              <p:oleObj spid="_x0000_s39939" name="Equation" r:id="rId5" imgW="126720" imgH="164880" progId="Equation.DSMT4">
                <p:embed/>
              </p:oleObj>
            </a:graphicData>
          </a:graphic>
        </p:graphicFrame>
      </p:grpSp>
      <p:sp>
        <p:nvSpPr>
          <p:cNvPr id="39950" name="Rectangle 18"/>
          <p:cNvSpPr>
            <a:spLocks noChangeArrowheads="1"/>
          </p:cNvSpPr>
          <p:nvPr/>
        </p:nvSpPr>
        <p:spPr bwMode="auto">
          <a:xfrm>
            <a:off x="857250" y="5857875"/>
            <a:ext cx="7686675" cy="461963"/>
          </a:xfrm>
          <a:prstGeom prst="rect">
            <a:avLst/>
          </a:prstGeom>
          <a:noFill/>
          <a:ln w="9525">
            <a:noFill/>
            <a:miter lim="800000"/>
            <a:headEnd/>
            <a:tailEnd/>
          </a:ln>
        </p:spPr>
        <p:txBody>
          <a:bodyPr wrap="none">
            <a:prstTxWarp prst="textNoShape">
              <a:avLst/>
            </a:prstTxWarp>
            <a:spAutoFit/>
          </a:bodyPr>
          <a:lstStyle/>
          <a:p>
            <a:pPr>
              <a:buFontTx/>
              <a:buNone/>
            </a:pPr>
            <a:r>
              <a:rPr lang="en-US" sz="2400">
                <a:latin typeface="Times New Roman" pitchFamily="-28" charset="0"/>
              </a:rPr>
              <a:t>Not a simple statistical mixture of the two previous cases!</a:t>
            </a:r>
            <a:endParaRPr lang="en-AU" sz="2400">
              <a:latin typeface="Times New Roman" pitchFamily="-28" charset="0"/>
            </a:endParaRPr>
          </a:p>
        </p:txBody>
      </p:sp>
      <p:sp>
        <p:nvSpPr>
          <p:cNvPr id="39951" name="Freeform 9"/>
          <p:cNvSpPr>
            <a:spLocks/>
          </p:cNvSpPr>
          <p:nvPr/>
        </p:nvSpPr>
        <p:spPr bwMode="auto">
          <a:xfrm flipV="1">
            <a:off x="4500563" y="3071813"/>
            <a:ext cx="714375" cy="17621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9952" name="Freeform 9"/>
          <p:cNvSpPr>
            <a:spLocks/>
          </p:cNvSpPr>
          <p:nvPr/>
        </p:nvSpPr>
        <p:spPr bwMode="auto">
          <a:xfrm rot="9742484" flipH="1" flipV="1">
            <a:off x="4464050" y="2503488"/>
            <a:ext cx="544513"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9953" name="Freeform 9"/>
          <p:cNvSpPr>
            <a:spLocks/>
          </p:cNvSpPr>
          <p:nvPr/>
        </p:nvSpPr>
        <p:spPr bwMode="auto">
          <a:xfrm rot="1048545" flipV="1">
            <a:off x="4533900" y="4294188"/>
            <a:ext cx="571500" cy="3063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39954" name="Freeform 9"/>
          <p:cNvSpPr>
            <a:spLocks/>
          </p:cNvSpPr>
          <p:nvPr/>
        </p:nvSpPr>
        <p:spPr bwMode="auto">
          <a:xfrm rot="9119726" flipH="1">
            <a:off x="4603750" y="3790950"/>
            <a:ext cx="703263" cy="307975"/>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0962" name="Picture 2" descr="C:\Documents and Settings\Jeong\Desktop\presentations\콜로키움2007\pics\muster.gif"/>
          <p:cNvPicPr>
            <a:picLocks noChangeAspect="1" noChangeArrowheads="1"/>
          </p:cNvPicPr>
          <p:nvPr/>
        </p:nvPicPr>
        <p:blipFill>
          <a:blip r:embed="rId2"/>
          <a:srcRect/>
          <a:stretch>
            <a:fillRect/>
          </a:stretch>
        </p:blipFill>
        <p:spPr bwMode="auto">
          <a:xfrm>
            <a:off x="539750" y="1412875"/>
            <a:ext cx="8001000" cy="3929063"/>
          </a:xfrm>
          <a:prstGeom prst="rect">
            <a:avLst/>
          </a:prstGeom>
          <a:noFill/>
          <a:ln w="9525">
            <a:noFill/>
            <a:miter lim="800000"/>
            <a:headEnd/>
            <a:tailEnd/>
          </a:ln>
        </p:spPr>
      </p:pic>
      <p:sp>
        <p:nvSpPr>
          <p:cNvPr id="40963" name="Title 1"/>
          <p:cNvSpPr>
            <a:spLocks noGrp="1"/>
          </p:cNvSpPr>
          <p:nvPr>
            <p:ph type="title" idx="4294967295"/>
          </p:nvPr>
        </p:nvSpPr>
        <p:spPr>
          <a:xfrm>
            <a:off x="714375" y="500063"/>
            <a:ext cx="7772400" cy="747712"/>
          </a:xfrm>
        </p:spPr>
        <p:txBody>
          <a:bodyPr/>
          <a:lstStyle/>
          <a:p>
            <a:pPr eaLnBrk="1" hangingPunct="1"/>
            <a:r>
              <a:rPr lang="en-US" sz="3600">
                <a:ea typeface="ＭＳ Ｐゴシック" pitchFamily="-28" charset="-128"/>
                <a:cs typeface="ＭＳ Ｐゴシック" pitchFamily="-28" charset="-128"/>
              </a:rPr>
              <a:t>Interference patterns with electrons</a:t>
            </a:r>
            <a:endParaRPr lang="en-AU" sz="3600">
              <a:ea typeface="ＭＳ Ｐゴシック" pitchFamily="-28" charset="-128"/>
              <a:cs typeface="ＭＳ Ｐゴシック" pitchFamily="-28" charset="-128"/>
            </a:endParaRPr>
          </a:p>
        </p:txBody>
      </p:sp>
      <p:sp>
        <p:nvSpPr>
          <p:cNvPr id="40964" name="Rectangle 3"/>
          <p:cNvSpPr>
            <a:spLocks noGrp="1" noChangeArrowheads="1"/>
          </p:cNvSpPr>
          <p:nvPr>
            <p:ph idx="4294967295"/>
          </p:nvPr>
        </p:nvSpPr>
        <p:spPr>
          <a:xfrm>
            <a:off x="754063" y="5627688"/>
            <a:ext cx="7772400" cy="714375"/>
          </a:xfrm>
        </p:spPr>
        <p:txBody>
          <a:bodyPr/>
          <a:lstStyle/>
          <a:p>
            <a:pPr eaLnBrk="1" hangingPunct="1"/>
            <a:r>
              <a:rPr lang="en-US" altLang="ko-KR" sz="1800">
                <a:ea typeface="굴림" pitchFamily="-28" charset="-127"/>
                <a:cs typeface="굴림" pitchFamily="-28" charset="-127"/>
              </a:rPr>
              <a:t>Researchers led by Pier Giorgio Merli, the University of Milan (1974).</a:t>
            </a:r>
          </a:p>
          <a:p>
            <a:pPr eaLnBrk="1" hangingPunct="1"/>
            <a:r>
              <a:rPr lang="en-US" altLang="ko-KR" sz="1800">
                <a:ea typeface="굴림" pitchFamily="-28" charset="-127"/>
                <a:cs typeface="굴림" pitchFamily="-28" charset="-127"/>
              </a:rPr>
              <a:t>Tonomura </a:t>
            </a:r>
            <a:r>
              <a:rPr lang="en-US" altLang="ko-KR" sz="1800" i="1">
                <a:ea typeface="굴림" pitchFamily="-28" charset="-127"/>
                <a:cs typeface="굴림" pitchFamily="-28" charset="-127"/>
              </a:rPr>
              <a:t>et al</a:t>
            </a:r>
            <a:r>
              <a:rPr lang="en-US" altLang="ko-KR" sz="1800">
                <a:ea typeface="굴림" pitchFamily="-28" charset="-127"/>
                <a:cs typeface="굴림" pitchFamily="-28" charset="-127"/>
              </a:rPr>
              <a:t>., Hitachi in Japan (</a:t>
            </a:r>
            <a:r>
              <a:rPr lang="ko-KR" altLang="en-US" sz="1800">
                <a:ea typeface="굴림" pitchFamily="-28" charset="-127"/>
                <a:cs typeface="굴림" pitchFamily="-28" charset="-127"/>
              </a:rPr>
              <a:t>1989</a:t>
            </a:r>
            <a:r>
              <a:rPr lang="en-US" altLang="ko-KR" sz="1800">
                <a:ea typeface="굴림" pitchFamily="-28" charset="-127"/>
                <a:cs typeface="굴림" pitchFamily="-28" charset="-127"/>
              </a:rPr>
              <a:t>).</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395288" y="260350"/>
            <a:ext cx="8353425" cy="1143000"/>
          </a:xfrm>
        </p:spPr>
        <p:txBody>
          <a:bodyPr/>
          <a:lstStyle/>
          <a:p>
            <a:r>
              <a:rPr lang="en-US" altLang="ko-KR" sz="3400" b="1">
                <a:solidFill>
                  <a:schemeClr val="accent2"/>
                </a:solidFill>
                <a:ea typeface="굴림" pitchFamily="-28" charset="-127"/>
                <a:cs typeface="굴림" pitchFamily="-28" charset="-127"/>
              </a:rPr>
              <a:t>The postulates of quantum mechanics</a:t>
            </a:r>
            <a:endParaRPr lang="en-US" altLang="ko-KR" sz="3400" b="1" i="1">
              <a:solidFill>
                <a:schemeClr val="accent2"/>
              </a:solidFill>
              <a:ea typeface="굴림" pitchFamily="-28" charset="-127"/>
              <a:cs typeface="굴림" pitchFamily="-28" charset="-127"/>
            </a:endParaRPr>
          </a:p>
        </p:txBody>
      </p:sp>
      <p:sp>
        <p:nvSpPr>
          <p:cNvPr id="41987" name="Rectangle 3"/>
          <p:cNvSpPr>
            <a:spLocks noChangeArrowheads="1"/>
          </p:cNvSpPr>
          <p:nvPr/>
        </p:nvSpPr>
        <p:spPr bwMode="auto">
          <a:xfrm>
            <a:off x="2771775" y="3717925"/>
            <a:ext cx="2376488" cy="461963"/>
          </a:xfrm>
          <a:prstGeom prst="rect">
            <a:avLst/>
          </a:prstGeom>
          <a:noFill/>
          <a:ln w="28575">
            <a:solidFill>
              <a:srgbClr val="0000FF"/>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400">
                <a:solidFill>
                  <a:schemeClr val="tx1"/>
                </a:solidFill>
                <a:latin typeface="Times New Roman" pitchFamily="-28" charset="0"/>
              </a:rPr>
              <a:t>Object at time </a:t>
            </a:r>
            <a:r>
              <a:rPr lang="en-US" altLang="ko-KR" sz="2400" i="1">
                <a:solidFill>
                  <a:schemeClr val="tx1"/>
                </a:solidFill>
                <a:latin typeface="Times New Roman" pitchFamily="-28" charset="0"/>
              </a:rPr>
              <a:t>t’</a:t>
            </a:r>
          </a:p>
        </p:txBody>
      </p:sp>
      <p:sp>
        <p:nvSpPr>
          <p:cNvPr id="41988" name="Rectangle 4"/>
          <p:cNvSpPr>
            <a:spLocks noChangeArrowheads="1"/>
          </p:cNvSpPr>
          <p:nvPr/>
        </p:nvSpPr>
        <p:spPr bwMode="auto">
          <a:xfrm>
            <a:off x="2051050" y="4437063"/>
            <a:ext cx="3889375" cy="830262"/>
          </a:xfrm>
          <a:prstGeom prst="rect">
            <a:avLst/>
          </a:prstGeom>
          <a:noFill/>
          <a:ln w="22225">
            <a:solidFill>
              <a:schemeClr val="tx1"/>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400" b="0">
                <a:solidFill>
                  <a:schemeClr val="tx1"/>
                </a:solidFill>
                <a:latin typeface="Times New Roman" pitchFamily="-28" charset="0"/>
              </a:rPr>
              <a:t>Physical quantities (position, momentum, spin …)</a:t>
            </a:r>
          </a:p>
        </p:txBody>
      </p:sp>
      <p:sp>
        <p:nvSpPr>
          <p:cNvPr id="41989" name="Rectangle 5"/>
          <p:cNvSpPr>
            <a:spLocks noChangeArrowheads="1"/>
          </p:cNvSpPr>
          <p:nvPr/>
        </p:nvSpPr>
        <p:spPr bwMode="auto">
          <a:xfrm>
            <a:off x="5148263" y="2997200"/>
            <a:ext cx="2520950" cy="461963"/>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400" i="1">
                <a:solidFill>
                  <a:schemeClr val="folHlink"/>
                </a:solidFill>
                <a:latin typeface="Times New Roman" pitchFamily="-28" charset="0"/>
              </a:rPr>
              <a:t>Measurement</a:t>
            </a:r>
          </a:p>
        </p:txBody>
      </p:sp>
      <p:sp>
        <p:nvSpPr>
          <p:cNvPr id="41990" name="Rectangle 6"/>
          <p:cNvSpPr>
            <a:spLocks noChangeArrowheads="1"/>
          </p:cNvSpPr>
          <p:nvPr/>
        </p:nvSpPr>
        <p:spPr bwMode="auto">
          <a:xfrm>
            <a:off x="6372225" y="2087563"/>
            <a:ext cx="1409700" cy="461962"/>
          </a:xfrm>
          <a:prstGeom prst="rect">
            <a:avLst/>
          </a:prstGeom>
          <a:noFill/>
          <a:ln w="22225">
            <a:solidFill>
              <a:srgbClr val="FF0000"/>
            </a:solid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a:solidFill>
                  <a:srgbClr val="FF3300"/>
                </a:solidFill>
                <a:latin typeface="Times New Roman" pitchFamily="-28" charset="0"/>
              </a:rPr>
              <a:t>Observer</a:t>
            </a:r>
          </a:p>
        </p:txBody>
      </p:sp>
      <p:sp>
        <p:nvSpPr>
          <p:cNvPr id="41991" name="Rectangle 7"/>
          <p:cNvSpPr>
            <a:spLocks noChangeArrowheads="1"/>
          </p:cNvSpPr>
          <p:nvPr/>
        </p:nvSpPr>
        <p:spPr bwMode="auto">
          <a:xfrm>
            <a:off x="7488238" y="2636838"/>
            <a:ext cx="1655762" cy="461962"/>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400">
                <a:solidFill>
                  <a:schemeClr val="tx1"/>
                </a:solidFill>
                <a:latin typeface="Times New Roman" pitchFamily="-28" charset="0"/>
              </a:rPr>
              <a:t>Results</a:t>
            </a:r>
          </a:p>
        </p:txBody>
      </p:sp>
      <p:sp>
        <p:nvSpPr>
          <p:cNvPr id="41992" name="Rectangle 8"/>
          <p:cNvSpPr>
            <a:spLocks noChangeArrowheads="1"/>
          </p:cNvSpPr>
          <p:nvPr/>
        </p:nvSpPr>
        <p:spPr bwMode="auto">
          <a:xfrm>
            <a:off x="827088" y="2133600"/>
            <a:ext cx="2449512" cy="461963"/>
          </a:xfrm>
          <a:prstGeom prst="rect">
            <a:avLst/>
          </a:prstGeom>
          <a:noFill/>
          <a:ln w="28575">
            <a:solidFill>
              <a:schemeClr val="hlink"/>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400">
                <a:solidFill>
                  <a:schemeClr val="tx1"/>
                </a:solidFill>
                <a:latin typeface="Times New Roman" pitchFamily="-28" charset="0"/>
              </a:rPr>
              <a:t>Object at time </a:t>
            </a:r>
            <a:r>
              <a:rPr lang="en-US" altLang="ko-KR" sz="2400" i="1">
                <a:solidFill>
                  <a:schemeClr val="tx1"/>
                </a:solidFill>
                <a:latin typeface="Times New Roman" pitchFamily="-28" charset="0"/>
              </a:rPr>
              <a:t>t</a:t>
            </a:r>
          </a:p>
        </p:txBody>
      </p:sp>
      <p:sp>
        <p:nvSpPr>
          <p:cNvPr id="41993" name="Freeform 9"/>
          <p:cNvSpPr>
            <a:spLocks/>
          </p:cNvSpPr>
          <p:nvPr/>
        </p:nvSpPr>
        <p:spPr bwMode="auto">
          <a:xfrm flipV="1">
            <a:off x="1476375" y="2781300"/>
            <a:ext cx="1439863" cy="84455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28575">
            <a:solidFill>
              <a:schemeClr val="hlink"/>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endParaRPr lang="en-AU" altLang="ko-KR">
              <a:latin typeface="Times New Roman" pitchFamily="-28" charset="0"/>
            </a:endParaRPr>
          </a:p>
          <a:p>
            <a:endParaRPr lang="en-AU" altLang="ko-KR">
              <a:latin typeface="Times New Roman" pitchFamily="-28" charset="0"/>
            </a:endParaRPr>
          </a:p>
          <a:p>
            <a:endParaRPr lang="en-AU">
              <a:latin typeface="Times New Roman" pitchFamily="-28" charset="0"/>
            </a:endParaRPr>
          </a:p>
        </p:txBody>
      </p:sp>
      <p:sp>
        <p:nvSpPr>
          <p:cNvPr id="41994" name="Rectangle 10"/>
          <p:cNvSpPr>
            <a:spLocks noChangeArrowheads="1"/>
          </p:cNvSpPr>
          <p:nvPr/>
        </p:nvSpPr>
        <p:spPr bwMode="auto">
          <a:xfrm>
            <a:off x="971550" y="2997200"/>
            <a:ext cx="2732088"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a:solidFill>
                  <a:schemeClr val="hlink"/>
                </a:solidFill>
                <a:latin typeface="Times New Roman" pitchFamily="-28" charset="0"/>
              </a:rPr>
              <a:t>Equation of motion</a:t>
            </a:r>
          </a:p>
        </p:txBody>
      </p:sp>
      <p:sp>
        <p:nvSpPr>
          <p:cNvPr id="41995" name="Freeform 9"/>
          <p:cNvSpPr>
            <a:spLocks/>
          </p:cNvSpPr>
          <p:nvPr/>
        </p:nvSpPr>
        <p:spPr bwMode="auto">
          <a:xfrm>
            <a:off x="4427538" y="2636838"/>
            <a:ext cx="1655762" cy="84455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28575">
            <a:solidFill>
              <a:schemeClr val="hlink"/>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endParaRPr lang="en-AU" altLang="ko-KR">
              <a:latin typeface="Times New Roman" pitchFamily="-28" charset="0"/>
            </a:endParaRPr>
          </a:p>
          <a:p>
            <a:endParaRPr lang="en-AU" altLang="ko-KR">
              <a:latin typeface="Times New Roman" pitchFamily="-28" charset="0"/>
            </a:endParaRPr>
          </a:p>
          <a:p>
            <a:endParaRPr lang="en-AU">
              <a:latin typeface="Times New Roman" pitchFamily="-2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Rectangle 2"/>
          <p:cNvSpPr>
            <a:spLocks noGrp="1"/>
          </p:cNvSpPr>
          <p:nvPr>
            <p:ph type="title"/>
          </p:nvPr>
        </p:nvSpPr>
        <p:spPr/>
        <p:txBody>
          <a:bodyPr/>
          <a:lstStyle/>
          <a:p>
            <a:r>
              <a:rPr lang="en-US" altLang="ko-KR" sz="4000" b="1">
                <a:solidFill>
                  <a:schemeClr val="accent2"/>
                </a:solidFill>
                <a:ea typeface="굴림" pitchFamily="-28" charset="-127"/>
                <a:cs typeface="굴림" pitchFamily="-28" charset="-127"/>
              </a:rPr>
              <a:t>Postulate 1:</a:t>
            </a:r>
            <a:r>
              <a:rPr lang="en-US" altLang="ko-KR" sz="4000">
                <a:solidFill>
                  <a:schemeClr val="accent2"/>
                </a:solidFill>
                <a:ea typeface="굴림" pitchFamily="-28" charset="-127"/>
                <a:cs typeface="굴림" pitchFamily="-28" charset="-127"/>
              </a:rPr>
              <a:t> </a:t>
            </a:r>
            <a:r>
              <a:rPr lang="en-US" altLang="ko-KR" sz="4000" b="1" i="1">
                <a:solidFill>
                  <a:schemeClr val="accent2"/>
                </a:solidFill>
                <a:ea typeface="굴림" pitchFamily="-28" charset="-127"/>
                <a:cs typeface="굴림" pitchFamily="-28" charset="-127"/>
              </a:rPr>
              <a:t>quantum state</a:t>
            </a:r>
          </a:p>
        </p:txBody>
      </p:sp>
      <p:sp>
        <p:nvSpPr>
          <p:cNvPr id="43011" name="Rectangle 3"/>
          <p:cNvSpPr>
            <a:spLocks noGrp="1"/>
          </p:cNvSpPr>
          <p:nvPr>
            <p:ph type="body" idx="1"/>
          </p:nvPr>
        </p:nvSpPr>
        <p:spPr>
          <a:xfrm>
            <a:off x="457200" y="1600200"/>
            <a:ext cx="8147050" cy="4525963"/>
          </a:xfrm>
        </p:spPr>
        <p:txBody>
          <a:bodyPr/>
          <a:lstStyle/>
          <a:p>
            <a:pPr>
              <a:buFont typeface="Wingdings" pitchFamily="-28" charset="2"/>
              <a:buChar char="§"/>
            </a:pPr>
            <a:r>
              <a:rPr lang="en-US" altLang="ko-KR" sz="2400" b="1">
                <a:ea typeface="굴림" pitchFamily="-28" charset="-127"/>
                <a:cs typeface="굴림" pitchFamily="-28" charset="-127"/>
              </a:rPr>
              <a:t>[Postulate 1] A </a:t>
            </a:r>
            <a:r>
              <a:rPr lang="en-US" altLang="ko-KR" sz="2400" b="1" i="1">
                <a:ea typeface="굴림" pitchFamily="-28" charset="-127"/>
                <a:cs typeface="굴림" pitchFamily="-28" charset="-127"/>
              </a:rPr>
              <a:t>state</a:t>
            </a:r>
            <a:r>
              <a:rPr lang="en-US" altLang="ko-KR" sz="2400" b="1">
                <a:ea typeface="굴림" pitchFamily="-28" charset="-127"/>
                <a:cs typeface="굴림" pitchFamily="-28" charset="-127"/>
              </a:rPr>
              <a:t> of a physical system at a fixed time </a:t>
            </a:r>
            <a:r>
              <a:rPr lang="en-US" altLang="ko-KR" sz="2400" b="1" i="1">
                <a:ea typeface="굴림" pitchFamily="-28" charset="-127"/>
                <a:cs typeface="굴림" pitchFamily="-28" charset="-127"/>
              </a:rPr>
              <a:t>t</a:t>
            </a:r>
            <a:r>
              <a:rPr lang="en-US" altLang="ko-KR" sz="2400" b="1" baseline="-25000">
                <a:ea typeface="굴림" pitchFamily="-28" charset="-127"/>
                <a:cs typeface="굴림" pitchFamily="-28" charset="-127"/>
              </a:rPr>
              <a:t>0</a:t>
            </a:r>
            <a:r>
              <a:rPr lang="en-US" altLang="ko-KR" sz="2400" b="1">
                <a:ea typeface="굴림" pitchFamily="-28" charset="-127"/>
                <a:cs typeface="굴림" pitchFamily="-28" charset="-127"/>
              </a:rPr>
              <a:t> can be described by a state vector |</a:t>
            </a:r>
            <a:r>
              <a:rPr lang="el-GR" altLang="ko-KR" sz="2400" b="1" i="1">
                <a:ea typeface="굴림" pitchFamily="-28" charset="-127"/>
                <a:cs typeface="굴림" pitchFamily="-28" charset="-127"/>
              </a:rPr>
              <a:t>ψ</a:t>
            </a:r>
            <a:r>
              <a:rPr lang="en-US" altLang="ko-KR" sz="2400" b="1">
                <a:ea typeface="굴림" pitchFamily="-28" charset="-127"/>
                <a:cs typeface="굴림" pitchFamily="-28" charset="-127"/>
              </a:rPr>
              <a:t>(</a:t>
            </a:r>
            <a:r>
              <a:rPr lang="en-US" altLang="ko-KR" sz="2400" b="1" i="1">
                <a:ea typeface="굴림" pitchFamily="-28" charset="-127"/>
                <a:cs typeface="굴림" pitchFamily="-28" charset="-127"/>
              </a:rPr>
              <a:t>t</a:t>
            </a:r>
            <a:r>
              <a:rPr lang="en-US" altLang="ko-KR" sz="2400" b="1" baseline="-25000">
                <a:ea typeface="굴림" pitchFamily="-28" charset="-127"/>
                <a:cs typeface="굴림" pitchFamily="-28" charset="-127"/>
              </a:rPr>
              <a:t>0</a:t>
            </a:r>
            <a:r>
              <a:rPr lang="en-US" altLang="ko-KR" sz="2400" b="1">
                <a:ea typeface="굴림" pitchFamily="-28" charset="-127"/>
                <a:cs typeface="굴림" pitchFamily="-28" charset="-127"/>
              </a:rPr>
              <a:t>)&gt; belonging to a Hilbert space </a:t>
            </a:r>
            <a:r>
              <a:rPr lang="en-US" altLang="ko-KR" sz="2400" b="1" i="1">
                <a:ea typeface="굴림" pitchFamily="-28" charset="-127"/>
                <a:cs typeface="굴림" pitchFamily="-28" charset="-127"/>
              </a:rPr>
              <a:t>H</a:t>
            </a:r>
            <a:r>
              <a:rPr lang="en-US" altLang="ko-KR" sz="2400" b="1">
                <a:ea typeface="굴림" pitchFamily="-28" charset="-127"/>
                <a:cs typeface="굴림" pitchFamily="-28" charset="-127"/>
              </a:rPr>
              <a:t>.</a:t>
            </a:r>
          </a:p>
          <a:p>
            <a:endParaRPr lang="en-US" altLang="ko-KR" sz="2400">
              <a:ea typeface="굴림" pitchFamily="-28" charset="-127"/>
              <a:cs typeface="굴림" pitchFamily="-28" charset="-127"/>
            </a:endParaRPr>
          </a:p>
          <a:p>
            <a:r>
              <a:rPr lang="en-US" altLang="ko-KR" sz="2300">
                <a:ea typeface="굴림" pitchFamily="-28" charset="-127"/>
                <a:cs typeface="굴림" pitchFamily="-28" charset="-127"/>
              </a:rPr>
              <a:t>Let us suppose</a:t>
            </a:r>
            <a:r>
              <a:rPr lang="en-US" altLang="ko-KR" sz="2300" i="1">
                <a:ea typeface="굴림" pitchFamily="-28" charset="-127"/>
                <a:cs typeface="굴림" pitchFamily="-28" charset="-127"/>
              </a:rPr>
              <a:t> N-</a:t>
            </a:r>
            <a:r>
              <a:rPr lang="en-US" altLang="ko-KR" sz="2300">
                <a:ea typeface="굴림" pitchFamily="-28" charset="-127"/>
                <a:cs typeface="굴림" pitchFamily="-28" charset="-127"/>
              </a:rPr>
              <a:t>dimensional Hilbert space</a:t>
            </a:r>
            <a:r>
              <a:rPr lang="en-US" altLang="ko-KR" sz="2300" i="1">
                <a:ea typeface="굴림" pitchFamily="-28" charset="-127"/>
                <a:cs typeface="굴림" pitchFamily="-28" charset="-127"/>
              </a:rPr>
              <a:t> H</a:t>
            </a:r>
            <a:r>
              <a:rPr lang="en-US" altLang="ko-KR" sz="2300" i="1" baseline="-25000">
                <a:ea typeface="굴림" pitchFamily="-28" charset="-127"/>
                <a:cs typeface="굴림" pitchFamily="-28" charset="-127"/>
              </a:rPr>
              <a:t>N </a:t>
            </a:r>
            <a:r>
              <a:rPr lang="en-US" altLang="ko-KR" sz="2300">
                <a:ea typeface="굴림" pitchFamily="-28" charset="-127"/>
                <a:cs typeface="굴림" pitchFamily="-28" charset="-127"/>
              </a:rPr>
              <a:t> spanned by an orthonormal basis {|</a:t>
            </a:r>
            <a:r>
              <a:rPr lang="el-GR" altLang="ko-KR" sz="2300" i="1">
                <a:ea typeface="굴림" pitchFamily="-28" charset="-127"/>
                <a:cs typeface="굴림" pitchFamily="-28" charset="-127"/>
              </a:rPr>
              <a:t>φ</a:t>
            </a:r>
            <a:r>
              <a:rPr lang="en-US" altLang="ko-KR" sz="2300" i="1" baseline="-25000">
                <a:ea typeface="굴림" pitchFamily="-28" charset="-127"/>
                <a:cs typeface="굴림" pitchFamily="-28" charset="-127"/>
              </a:rPr>
              <a:t>1</a:t>
            </a:r>
            <a:r>
              <a:rPr lang="en-US" altLang="ko-KR" sz="2300">
                <a:ea typeface="굴림" pitchFamily="-28" charset="-127"/>
                <a:cs typeface="굴림" pitchFamily="-28" charset="-127"/>
              </a:rPr>
              <a:t>&gt; , |</a:t>
            </a:r>
            <a:r>
              <a:rPr lang="el-GR" altLang="ko-KR" sz="2300" i="1">
                <a:ea typeface="굴림" pitchFamily="-28" charset="-127"/>
                <a:cs typeface="굴림" pitchFamily="-28" charset="-127"/>
              </a:rPr>
              <a:t>φ</a:t>
            </a:r>
            <a:r>
              <a:rPr lang="en-US" altLang="ko-KR" sz="2300" i="1" baseline="-25000">
                <a:ea typeface="굴림" pitchFamily="-28" charset="-127"/>
                <a:cs typeface="굴림" pitchFamily="-28" charset="-127"/>
              </a:rPr>
              <a:t>2</a:t>
            </a:r>
            <a:r>
              <a:rPr lang="en-US" altLang="ko-KR" sz="2300">
                <a:ea typeface="굴림" pitchFamily="-28" charset="-127"/>
                <a:cs typeface="굴림" pitchFamily="-28" charset="-127"/>
              </a:rPr>
              <a:t>&gt;  … |</a:t>
            </a:r>
            <a:r>
              <a:rPr lang="el-GR" altLang="ko-KR" sz="2300" i="1">
                <a:ea typeface="굴림" pitchFamily="-28" charset="-127"/>
                <a:cs typeface="굴림" pitchFamily="-28" charset="-127"/>
              </a:rPr>
              <a:t>φ</a:t>
            </a:r>
            <a:r>
              <a:rPr lang="en-US" altLang="ko-KR" sz="2300" i="1" baseline="-25000">
                <a:ea typeface="굴림" pitchFamily="-28" charset="-127"/>
                <a:cs typeface="굴림" pitchFamily="-28" charset="-127"/>
              </a:rPr>
              <a:t>N</a:t>
            </a:r>
            <a:r>
              <a:rPr lang="en-US" altLang="ko-KR" sz="2300">
                <a:ea typeface="굴림" pitchFamily="-28" charset="-127"/>
                <a:cs typeface="굴림" pitchFamily="-28" charset="-127"/>
              </a:rPr>
              <a:t>&gt; }  (&lt;</a:t>
            </a:r>
            <a:r>
              <a:rPr lang="el-GR" altLang="ko-KR" sz="2300" i="1">
                <a:ea typeface="굴림" pitchFamily="-28" charset="-127"/>
                <a:cs typeface="굴림" pitchFamily="-28" charset="-127"/>
              </a:rPr>
              <a:t>φ</a:t>
            </a:r>
            <a:r>
              <a:rPr lang="en-US" altLang="ko-KR" sz="2300" i="1" baseline="-25000">
                <a:ea typeface="굴림" pitchFamily="-28" charset="-127"/>
                <a:cs typeface="굴림" pitchFamily="-28" charset="-127"/>
              </a:rPr>
              <a:t>n</a:t>
            </a:r>
            <a:r>
              <a:rPr lang="en-US" altLang="ko-KR" sz="2300">
                <a:ea typeface="굴림" pitchFamily="-28" charset="-127"/>
                <a:cs typeface="굴림" pitchFamily="-28" charset="-127"/>
              </a:rPr>
              <a:t>|</a:t>
            </a:r>
            <a:r>
              <a:rPr lang="el-GR" altLang="ko-KR" sz="2300" i="1">
                <a:ea typeface="굴림" pitchFamily="-28" charset="-127"/>
                <a:cs typeface="굴림" pitchFamily="-28" charset="-127"/>
              </a:rPr>
              <a:t>φ</a:t>
            </a:r>
            <a:r>
              <a:rPr lang="en-US" altLang="ko-KR" sz="2300" i="1" baseline="-25000">
                <a:ea typeface="굴림" pitchFamily="-28" charset="-127"/>
                <a:cs typeface="굴림" pitchFamily="-28" charset="-127"/>
              </a:rPr>
              <a:t>m</a:t>
            </a:r>
            <a:r>
              <a:rPr lang="en-US" altLang="ko-KR" sz="2300">
                <a:ea typeface="굴림" pitchFamily="-28" charset="-127"/>
                <a:cs typeface="굴림" pitchFamily="-28" charset="-127"/>
              </a:rPr>
              <a:t>&gt; =</a:t>
            </a:r>
            <a:r>
              <a:rPr lang="el-GR" altLang="ko-KR" sz="2300" i="1">
                <a:ea typeface="굴림" pitchFamily="-28" charset="-127"/>
                <a:cs typeface="굴림" pitchFamily="-28" charset="-127"/>
              </a:rPr>
              <a:t>δ</a:t>
            </a:r>
            <a:r>
              <a:rPr lang="en-US" altLang="ko-KR" sz="2300" i="1" baseline="-25000">
                <a:ea typeface="굴림" pitchFamily="-28" charset="-127"/>
                <a:cs typeface="굴림" pitchFamily="-28" charset="-127"/>
              </a:rPr>
              <a:t>nm</a:t>
            </a:r>
            <a:r>
              <a:rPr lang="en-US" altLang="ko-KR" sz="2300">
                <a:ea typeface="굴림" pitchFamily="-28" charset="-127"/>
                <a:cs typeface="굴림" pitchFamily="-28" charset="-127"/>
              </a:rPr>
              <a:t>)</a:t>
            </a:r>
          </a:p>
          <a:p>
            <a:r>
              <a:rPr lang="en-US" altLang="ko-KR" sz="2300">
                <a:ea typeface="굴림" pitchFamily="-28" charset="-127"/>
                <a:cs typeface="굴림" pitchFamily="-28" charset="-127"/>
              </a:rPr>
              <a:t>Basis: An arbitrary state |</a:t>
            </a:r>
            <a:r>
              <a:rPr lang="el-GR" altLang="ko-KR" sz="2300" i="1">
                <a:ea typeface="굴림" pitchFamily="-28" charset="-127"/>
                <a:cs typeface="굴림" pitchFamily="-28" charset="-127"/>
              </a:rPr>
              <a:t>ψ</a:t>
            </a:r>
            <a:r>
              <a:rPr lang="en-US" altLang="ko-KR" sz="2300">
                <a:ea typeface="굴림" pitchFamily="-28" charset="-127"/>
                <a:cs typeface="굴림" pitchFamily="-28" charset="-127"/>
              </a:rPr>
              <a:t>(</a:t>
            </a:r>
            <a:r>
              <a:rPr lang="en-US" altLang="ko-KR" sz="2300" i="1">
                <a:ea typeface="굴림" pitchFamily="-28" charset="-127"/>
                <a:cs typeface="굴림" pitchFamily="-28" charset="-127"/>
              </a:rPr>
              <a:t>t</a:t>
            </a:r>
            <a:r>
              <a:rPr lang="en-US" altLang="ko-KR" sz="2300">
                <a:ea typeface="굴림" pitchFamily="-28" charset="-127"/>
                <a:cs typeface="굴림" pitchFamily="-28" charset="-127"/>
              </a:rPr>
              <a:t>)&gt; in </a:t>
            </a:r>
            <a:r>
              <a:rPr lang="en-US" altLang="ko-KR" sz="2300" i="1">
                <a:ea typeface="굴림" pitchFamily="-28" charset="-127"/>
                <a:cs typeface="굴림" pitchFamily="-28" charset="-127"/>
              </a:rPr>
              <a:t>H</a:t>
            </a:r>
            <a:r>
              <a:rPr lang="en-US" altLang="ko-KR" sz="2300" i="1" baseline="-25000">
                <a:ea typeface="굴림" pitchFamily="-28" charset="-127"/>
                <a:cs typeface="굴림" pitchFamily="-28" charset="-127"/>
              </a:rPr>
              <a:t>N</a:t>
            </a:r>
            <a:r>
              <a:rPr lang="en-US" altLang="ko-KR" sz="2300">
                <a:ea typeface="굴림" pitchFamily="-28" charset="-127"/>
                <a:cs typeface="굴림" pitchFamily="-28" charset="-127"/>
              </a:rPr>
              <a:t> can be represented by |</a:t>
            </a:r>
            <a:r>
              <a:rPr lang="el-GR" altLang="ko-KR" sz="2300" i="1">
                <a:ea typeface="굴림" pitchFamily="-28" charset="-127"/>
                <a:cs typeface="굴림" pitchFamily="-28" charset="-127"/>
              </a:rPr>
              <a:t>ψ</a:t>
            </a:r>
            <a:r>
              <a:rPr lang="en-US" altLang="ko-KR" sz="2300">
                <a:ea typeface="굴림" pitchFamily="-28" charset="-127"/>
                <a:cs typeface="굴림" pitchFamily="-28" charset="-127"/>
              </a:rPr>
              <a:t>(</a:t>
            </a:r>
            <a:r>
              <a:rPr lang="en-US" altLang="ko-KR" sz="2300" i="1">
                <a:ea typeface="굴림" pitchFamily="-28" charset="-127"/>
                <a:cs typeface="굴림" pitchFamily="-28" charset="-127"/>
              </a:rPr>
              <a:t>t</a:t>
            </a:r>
            <a:r>
              <a:rPr lang="en-US" altLang="ko-KR" sz="2300">
                <a:ea typeface="굴림" pitchFamily="-28" charset="-127"/>
                <a:cs typeface="굴림" pitchFamily="-28" charset="-127"/>
              </a:rPr>
              <a:t>)&gt; =∑</a:t>
            </a:r>
            <a:r>
              <a:rPr lang="en-US" altLang="ko-KR" sz="2300" i="1" baseline="-25000">
                <a:ea typeface="굴림" pitchFamily="-28" charset="-127"/>
                <a:cs typeface="굴림" pitchFamily="-28" charset="-127"/>
              </a:rPr>
              <a:t>n</a:t>
            </a:r>
            <a:r>
              <a:rPr lang="en-US" altLang="ko-KR" sz="2300" i="1">
                <a:ea typeface="굴림" pitchFamily="-28" charset="-127"/>
                <a:cs typeface="굴림" pitchFamily="-28" charset="-127"/>
              </a:rPr>
              <a:t>c</a:t>
            </a:r>
            <a:r>
              <a:rPr lang="en-US" altLang="ko-KR" sz="2300" i="1" baseline="-25000">
                <a:ea typeface="굴림" pitchFamily="-28" charset="-127"/>
                <a:cs typeface="굴림" pitchFamily="-28" charset="-127"/>
              </a:rPr>
              <a:t>n</a:t>
            </a:r>
            <a:r>
              <a:rPr lang="en-US" altLang="ko-KR" sz="2300">
                <a:ea typeface="굴림" pitchFamily="-28" charset="-127"/>
                <a:cs typeface="굴림" pitchFamily="-28" charset="-127"/>
              </a:rPr>
              <a:t>|</a:t>
            </a:r>
            <a:r>
              <a:rPr lang="el-GR" altLang="ko-KR" sz="2300" i="1">
                <a:ea typeface="굴림" pitchFamily="-28" charset="-127"/>
                <a:cs typeface="굴림" pitchFamily="-28" charset="-127"/>
              </a:rPr>
              <a:t>φ</a:t>
            </a:r>
            <a:r>
              <a:rPr lang="en-US" altLang="ko-KR" sz="2300" i="1" baseline="-25000">
                <a:ea typeface="굴림" pitchFamily="-28" charset="-127"/>
                <a:cs typeface="굴림" pitchFamily="-28" charset="-127"/>
              </a:rPr>
              <a:t>n</a:t>
            </a:r>
            <a:r>
              <a:rPr lang="en-US" altLang="ko-KR" sz="2300">
                <a:ea typeface="굴림" pitchFamily="-28" charset="-127"/>
                <a:cs typeface="굴림" pitchFamily="-28" charset="-127"/>
              </a:rPr>
              <a:t>&gt; where </a:t>
            </a:r>
            <a:r>
              <a:rPr lang="en-US" altLang="ko-KR" sz="2300" i="1">
                <a:ea typeface="굴림" pitchFamily="-28" charset="-127"/>
                <a:cs typeface="굴림" pitchFamily="-28" charset="-127"/>
              </a:rPr>
              <a:t>c</a:t>
            </a:r>
            <a:r>
              <a:rPr lang="en-US" altLang="ko-KR" sz="2300" i="1" baseline="-25000">
                <a:ea typeface="굴림" pitchFamily="-28" charset="-127"/>
                <a:cs typeface="굴림" pitchFamily="-28" charset="-127"/>
              </a:rPr>
              <a:t>n</a:t>
            </a:r>
            <a:r>
              <a:rPr lang="ko-KR" altLang="en-US" sz="2300">
                <a:ea typeface="굴림" pitchFamily="-28" charset="-127"/>
                <a:cs typeface="굴림" pitchFamily="-28" charset="-127"/>
              </a:rPr>
              <a:t> </a:t>
            </a:r>
            <a:r>
              <a:rPr lang="en-US" altLang="ko-KR" sz="2300">
                <a:ea typeface="굴림" pitchFamily="-28" charset="-127"/>
                <a:cs typeface="굴림" pitchFamily="-28" charset="-127"/>
              </a:rPr>
              <a:t>is complex. </a:t>
            </a:r>
          </a:p>
          <a:p>
            <a:r>
              <a:rPr lang="en-US" altLang="ko-KR" sz="2300">
                <a:ea typeface="굴림" pitchFamily="-28" charset="-127"/>
                <a:cs typeface="굴림" pitchFamily="-28" charset="-127"/>
              </a:rPr>
              <a:t>The superposition principle: Any two states can be superposed to define a new state as |</a:t>
            </a:r>
            <a:r>
              <a:rPr lang="el-GR" altLang="ko-KR" sz="2300" i="1">
                <a:ea typeface="굴림" pitchFamily="-28" charset="-127"/>
                <a:cs typeface="굴림" pitchFamily="-28" charset="-127"/>
              </a:rPr>
              <a:t>ψ</a:t>
            </a:r>
            <a:r>
              <a:rPr lang="en-US" altLang="ko-KR" sz="2300" i="1">
                <a:ea typeface="굴림" pitchFamily="-28" charset="-127"/>
                <a:cs typeface="굴림" pitchFamily="-28" charset="-127"/>
              </a:rPr>
              <a:t>’’’</a:t>
            </a:r>
            <a:r>
              <a:rPr lang="en-US" altLang="ko-KR" sz="2300">
                <a:ea typeface="굴림" pitchFamily="-28" charset="-127"/>
                <a:cs typeface="굴림" pitchFamily="-28" charset="-127"/>
              </a:rPr>
              <a:t>&gt; =</a:t>
            </a:r>
            <a:r>
              <a:rPr lang="en-US" altLang="ko-KR" sz="2300" i="1">
                <a:ea typeface="굴림" pitchFamily="-28" charset="-127"/>
                <a:cs typeface="굴림" pitchFamily="-28" charset="-127"/>
              </a:rPr>
              <a:t>c</a:t>
            </a:r>
            <a:r>
              <a:rPr lang="en-US" altLang="ko-KR" sz="2300" i="1" baseline="-25000">
                <a:ea typeface="굴림" pitchFamily="-28" charset="-127"/>
                <a:cs typeface="굴림" pitchFamily="-28" charset="-127"/>
              </a:rPr>
              <a:t>1</a:t>
            </a:r>
            <a:r>
              <a:rPr lang="en-US" altLang="ko-KR" sz="2300">
                <a:ea typeface="굴림" pitchFamily="-28" charset="-127"/>
                <a:cs typeface="굴림" pitchFamily="-28" charset="-127"/>
              </a:rPr>
              <a:t>|</a:t>
            </a:r>
            <a:r>
              <a:rPr lang="el-GR" altLang="ko-KR" sz="2300" i="1">
                <a:ea typeface="굴림" pitchFamily="-28" charset="-127"/>
                <a:cs typeface="굴림" pitchFamily="-28" charset="-127"/>
              </a:rPr>
              <a:t>ψ</a:t>
            </a:r>
            <a:r>
              <a:rPr lang="en-US" altLang="ko-KR" sz="2300" i="1">
                <a:ea typeface="굴림" pitchFamily="-28" charset="-127"/>
                <a:cs typeface="굴림" pitchFamily="-28" charset="-127"/>
              </a:rPr>
              <a:t>’</a:t>
            </a:r>
            <a:r>
              <a:rPr lang="en-US" altLang="ko-KR" sz="2300">
                <a:ea typeface="굴림" pitchFamily="-28" charset="-127"/>
                <a:cs typeface="굴림" pitchFamily="-28" charset="-127"/>
              </a:rPr>
              <a:t>&gt; +</a:t>
            </a:r>
            <a:r>
              <a:rPr lang="en-US" altLang="ko-KR" sz="2300" i="1">
                <a:ea typeface="굴림" pitchFamily="-28" charset="-127"/>
                <a:cs typeface="굴림" pitchFamily="-28" charset="-127"/>
              </a:rPr>
              <a:t>c</a:t>
            </a:r>
            <a:r>
              <a:rPr lang="en-US" altLang="ko-KR" sz="2300" i="1" baseline="-25000">
                <a:ea typeface="굴림" pitchFamily="-28" charset="-127"/>
                <a:cs typeface="굴림" pitchFamily="-28" charset="-127"/>
              </a:rPr>
              <a:t>2</a:t>
            </a:r>
            <a:r>
              <a:rPr lang="en-US" altLang="ko-KR" sz="2300">
                <a:ea typeface="굴림" pitchFamily="-28" charset="-127"/>
                <a:cs typeface="굴림" pitchFamily="-28" charset="-127"/>
              </a:rPr>
              <a:t>|</a:t>
            </a:r>
            <a:r>
              <a:rPr lang="el-GR" altLang="ko-KR" sz="2300" i="1">
                <a:ea typeface="굴림" pitchFamily="-28" charset="-127"/>
                <a:cs typeface="굴림" pitchFamily="-28" charset="-127"/>
              </a:rPr>
              <a:t>ψ</a:t>
            </a:r>
            <a:r>
              <a:rPr lang="en-US" altLang="ko-KR" sz="2300" i="1">
                <a:ea typeface="굴림" pitchFamily="-28" charset="-127"/>
                <a:cs typeface="굴림" pitchFamily="-28" charset="-127"/>
              </a:rPr>
              <a:t>’’</a:t>
            </a:r>
            <a:r>
              <a:rPr lang="en-US" altLang="ko-KR" sz="2300">
                <a:ea typeface="굴림" pitchFamily="-28" charset="-127"/>
                <a:cs typeface="굴림" pitchFamily="-28" charset="-127"/>
              </a:rPr>
              <a:t>&gt;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5" name="Rectangle 2"/>
          <p:cNvSpPr>
            <a:spLocks noGrp="1"/>
          </p:cNvSpPr>
          <p:nvPr>
            <p:ph type="title"/>
          </p:nvPr>
        </p:nvSpPr>
        <p:spPr>
          <a:xfrm>
            <a:off x="457200" y="274638"/>
            <a:ext cx="8229600" cy="1143000"/>
          </a:xfrm>
        </p:spPr>
        <p:txBody>
          <a:bodyPr/>
          <a:lstStyle/>
          <a:p>
            <a:r>
              <a:rPr lang="en-US" altLang="ko-KR" sz="4000" b="1">
                <a:solidFill>
                  <a:schemeClr val="accent2"/>
                </a:solidFill>
                <a:ea typeface="굴림" pitchFamily="-28" charset="-127"/>
                <a:cs typeface="굴림" pitchFamily="-28" charset="-127"/>
              </a:rPr>
              <a:t>Postulate 2:</a:t>
            </a:r>
            <a:r>
              <a:rPr lang="en-US" altLang="ko-KR" sz="4000">
                <a:solidFill>
                  <a:schemeClr val="accent2"/>
                </a:solidFill>
                <a:ea typeface="굴림" pitchFamily="-28" charset="-127"/>
                <a:cs typeface="굴림" pitchFamily="-28" charset="-127"/>
              </a:rPr>
              <a:t> </a:t>
            </a:r>
            <a:r>
              <a:rPr lang="en-US" altLang="ko-KR" sz="4000" b="1" i="1">
                <a:solidFill>
                  <a:schemeClr val="accent2"/>
                </a:solidFill>
                <a:ea typeface="굴림" pitchFamily="-28" charset="-127"/>
                <a:cs typeface="굴림" pitchFamily="-28" charset="-127"/>
              </a:rPr>
              <a:t>dynamics</a:t>
            </a:r>
          </a:p>
        </p:txBody>
      </p:sp>
      <p:sp>
        <p:nvSpPr>
          <p:cNvPr id="44036" name="Rectangle 3"/>
          <p:cNvSpPr>
            <a:spLocks noGrp="1"/>
          </p:cNvSpPr>
          <p:nvPr>
            <p:ph type="body" sz="half" idx="1"/>
          </p:nvPr>
        </p:nvSpPr>
        <p:spPr>
          <a:xfrm>
            <a:off x="457200" y="1600200"/>
            <a:ext cx="8218488" cy="4525963"/>
          </a:xfrm>
        </p:spPr>
        <p:txBody>
          <a:bodyPr/>
          <a:lstStyle/>
          <a:p>
            <a:pPr>
              <a:buFont typeface="Wingdings" pitchFamily="-28" charset="2"/>
              <a:buChar char="§"/>
            </a:pPr>
            <a:r>
              <a:rPr lang="en-US" altLang="ko-KR" sz="2400" b="1">
                <a:ea typeface="굴림" pitchFamily="-28" charset="-127"/>
                <a:cs typeface="굴림" pitchFamily="-28" charset="-127"/>
              </a:rPr>
              <a:t>[Postulate 2] The time evolution of the state vector |</a:t>
            </a:r>
            <a:r>
              <a:rPr lang="el-GR" altLang="ko-KR" sz="2400" b="1" i="1">
                <a:ea typeface="굴림" pitchFamily="-28" charset="-127"/>
                <a:cs typeface="굴림" pitchFamily="-28" charset="-127"/>
              </a:rPr>
              <a:t>ψ</a:t>
            </a:r>
            <a:r>
              <a:rPr lang="en-US" altLang="ko-KR" sz="2400" b="1">
                <a:ea typeface="굴림" pitchFamily="-28" charset="-127"/>
                <a:cs typeface="굴림" pitchFamily="-28" charset="-127"/>
              </a:rPr>
              <a:t>(</a:t>
            </a:r>
            <a:r>
              <a:rPr lang="en-US" altLang="ko-KR" sz="2400" b="1" i="1">
                <a:ea typeface="굴림" pitchFamily="-28" charset="-127"/>
                <a:cs typeface="굴림" pitchFamily="-28" charset="-127"/>
              </a:rPr>
              <a:t>t</a:t>
            </a:r>
            <a:r>
              <a:rPr lang="en-US" altLang="ko-KR" sz="2400" b="1">
                <a:ea typeface="굴림" pitchFamily="-28" charset="-127"/>
                <a:cs typeface="굴림" pitchFamily="-28" charset="-127"/>
              </a:rPr>
              <a:t>)&gt; is governed by the Schrödinger equation:</a:t>
            </a:r>
          </a:p>
          <a:p>
            <a:pPr>
              <a:buFontTx/>
              <a:buChar char="•"/>
            </a:pPr>
            <a:endParaRPr lang="en-US" altLang="ko-KR" sz="2400">
              <a:ea typeface="굴림" pitchFamily="-28" charset="-127"/>
              <a:cs typeface="굴림" pitchFamily="-28" charset="-127"/>
            </a:endParaRPr>
          </a:p>
          <a:p>
            <a:pPr>
              <a:buFontTx/>
              <a:buChar char="•"/>
            </a:pPr>
            <a:endParaRPr lang="en-US" altLang="ko-KR" sz="2400">
              <a:ea typeface="굴림" pitchFamily="-28" charset="-127"/>
              <a:cs typeface="굴림" pitchFamily="-28" charset="-127"/>
            </a:endParaRPr>
          </a:p>
          <a:p>
            <a:pPr>
              <a:buFontTx/>
              <a:buChar char="•"/>
            </a:pPr>
            <a:endParaRPr lang="en-US" altLang="ko-KR" sz="2400">
              <a:ea typeface="굴림" pitchFamily="-28" charset="-127"/>
              <a:cs typeface="굴림" pitchFamily="-28" charset="-127"/>
            </a:endParaRPr>
          </a:p>
          <a:p>
            <a:pPr>
              <a:buFontTx/>
              <a:buNone/>
            </a:pPr>
            <a:r>
              <a:rPr lang="en-US" altLang="ko-KR" sz="2400">
                <a:ea typeface="굴림" pitchFamily="-28" charset="-127"/>
                <a:cs typeface="굴림" pitchFamily="-28" charset="-127"/>
              </a:rPr>
              <a:t>      where </a:t>
            </a:r>
            <a:r>
              <a:rPr lang="en-US" altLang="ko-KR" sz="2400" i="1">
                <a:ea typeface="굴림" pitchFamily="-28" charset="-127"/>
                <a:cs typeface="굴림" pitchFamily="-28" charset="-127"/>
              </a:rPr>
              <a:t>H</a:t>
            </a:r>
            <a:r>
              <a:rPr lang="en-US" altLang="ko-KR" sz="2400">
                <a:ea typeface="굴림" pitchFamily="-28" charset="-127"/>
                <a:cs typeface="굴림" pitchFamily="-28" charset="-127"/>
              </a:rPr>
              <a:t> is the Hamiltonian operator.</a:t>
            </a:r>
          </a:p>
          <a:p>
            <a:pPr>
              <a:buFontTx/>
              <a:buChar char="•"/>
            </a:pPr>
            <a:endParaRPr lang="en-US" altLang="ko-KR" sz="2400">
              <a:ea typeface="굴림" pitchFamily="-28" charset="-127"/>
              <a:cs typeface="굴림" pitchFamily="-28" charset="-127"/>
            </a:endParaRPr>
          </a:p>
        </p:txBody>
      </p:sp>
      <p:graphicFrame>
        <p:nvGraphicFramePr>
          <p:cNvPr id="44034" name="Object 3"/>
          <p:cNvGraphicFramePr>
            <a:graphicFrameLocks noChangeAspect="1"/>
          </p:cNvGraphicFramePr>
          <p:nvPr/>
        </p:nvGraphicFramePr>
        <p:xfrm>
          <a:off x="3276600" y="2636838"/>
          <a:ext cx="2305050" cy="871537"/>
        </p:xfrm>
        <a:graphic>
          <a:graphicData uri="http://schemas.openxmlformats.org/presentationml/2006/ole">
            <p:oleObj spid="_x0000_s44034" name="Equation" r:id="rId3" imgW="1041120" imgH="393480" progId="Equation.3">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468313" y="476250"/>
            <a:ext cx="8229600" cy="1143000"/>
          </a:xfrm>
        </p:spPr>
        <p:txBody>
          <a:bodyPr/>
          <a:lstStyle/>
          <a:p>
            <a:r>
              <a:rPr lang="en-US" altLang="ko-KR" sz="4000" b="1">
                <a:solidFill>
                  <a:schemeClr val="accent2"/>
                </a:solidFill>
                <a:ea typeface="굴림" pitchFamily="-28" charset="-127"/>
                <a:cs typeface="굴림" pitchFamily="-28" charset="-127"/>
              </a:rPr>
              <a:t>Postulates</a:t>
            </a:r>
            <a:r>
              <a:rPr lang="ko-KR" altLang="en-US" sz="4000" b="1">
                <a:solidFill>
                  <a:schemeClr val="accent2"/>
                </a:solidFill>
                <a:ea typeface="굴림" pitchFamily="-28" charset="-127"/>
                <a:cs typeface="굴림" pitchFamily="-28" charset="-127"/>
              </a:rPr>
              <a:t> </a:t>
            </a:r>
            <a:r>
              <a:rPr lang="en-US" altLang="ko-KR" sz="4000" b="1">
                <a:solidFill>
                  <a:schemeClr val="accent2"/>
                </a:solidFill>
                <a:ea typeface="굴림" pitchFamily="-28" charset="-127"/>
                <a:cs typeface="굴림" pitchFamily="-28" charset="-127"/>
              </a:rPr>
              <a:t>3 &amp; 4:</a:t>
            </a:r>
            <a:r>
              <a:rPr lang="en-US" altLang="ko-KR" sz="4000">
                <a:solidFill>
                  <a:schemeClr val="accent2"/>
                </a:solidFill>
                <a:ea typeface="굴림" pitchFamily="-28" charset="-127"/>
                <a:cs typeface="굴림" pitchFamily="-28" charset="-127"/>
              </a:rPr>
              <a:t> </a:t>
            </a:r>
            <a:r>
              <a:rPr lang="en-US" altLang="ko-KR" sz="4000" b="1" i="1">
                <a:solidFill>
                  <a:schemeClr val="accent2"/>
                </a:solidFill>
                <a:ea typeface="굴림" pitchFamily="-28" charset="-127"/>
                <a:cs typeface="굴림" pitchFamily="-28" charset="-127"/>
              </a:rPr>
              <a:t>observable and measurement</a:t>
            </a:r>
            <a:endParaRPr lang="en-US" altLang="ko-KR" sz="4000">
              <a:solidFill>
                <a:schemeClr val="accent2"/>
              </a:solidFill>
              <a:ea typeface="굴림" pitchFamily="-28" charset="-127"/>
              <a:cs typeface="굴림" pitchFamily="-28" charset="-127"/>
            </a:endParaRPr>
          </a:p>
        </p:txBody>
      </p:sp>
      <p:sp>
        <p:nvSpPr>
          <p:cNvPr id="45059" name="Rectangle 3"/>
          <p:cNvSpPr>
            <a:spLocks noGrp="1"/>
          </p:cNvSpPr>
          <p:nvPr>
            <p:ph type="body" sz="half" idx="1"/>
          </p:nvPr>
        </p:nvSpPr>
        <p:spPr>
          <a:xfrm>
            <a:off x="468313" y="1844675"/>
            <a:ext cx="8291512" cy="4133850"/>
          </a:xfrm>
        </p:spPr>
        <p:txBody>
          <a:bodyPr/>
          <a:lstStyle/>
          <a:p>
            <a:pPr>
              <a:buFont typeface="Wingdings" pitchFamily="-28" charset="2"/>
              <a:buChar char="§"/>
            </a:pPr>
            <a:r>
              <a:rPr lang="en-US" altLang="ko-KR" sz="2400" b="1">
                <a:ea typeface="굴림" pitchFamily="-28" charset="-127"/>
                <a:cs typeface="굴림" pitchFamily="-28" charset="-127"/>
              </a:rPr>
              <a:t>[Postulate 3] Every measurable physical quantity </a:t>
            </a:r>
            <a:r>
              <a:rPr lang="en-US" altLang="ko-KR" sz="2400" b="1" i="1">
                <a:ea typeface="굴림" pitchFamily="-28" charset="-127"/>
                <a:cs typeface="굴림" pitchFamily="-28" charset="-127"/>
              </a:rPr>
              <a:t>A</a:t>
            </a:r>
            <a:r>
              <a:rPr lang="en-US" altLang="ko-KR" sz="2400" b="1">
                <a:ea typeface="굴림" pitchFamily="-28" charset="-127"/>
                <a:cs typeface="굴림" pitchFamily="-28" charset="-127"/>
              </a:rPr>
              <a:t> is described by an operator</a:t>
            </a:r>
            <a:r>
              <a:rPr lang="en-US" altLang="ko-KR" sz="2400" b="1" i="1">
                <a:ea typeface="굴림" pitchFamily="-28" charset="-127"/>
                <a:cs typeface="굴림" pitchFamily="-28" charset="-127"/>
              </a:rPr>
              <a:t> Â </a:t>
            </a:r>
            <a:r>
              <a:rPr lang="en-US" altLang="ko-KR" sz="2400" b="1">
                <a:ea typeface="굴림" pitchFamily="-28" charset="-127"/>
                <a:cs typeface="굴림" pitchFamily="-28" charset="-127"/>
              </a:rPr>
              <a:t>acting in </a:t>
            </a:r>
            <a:r>
              <a:rPr lang="en-US" altLang="ko-KR" sz="2400" b="1" i="1">
                <a:ea typeface="굴림" pitchFamily="-28" charset="-127"/>
                <a:cs typeface="굴림" pitchFamily="-28" charset="-127"/>
              </a:rPr>
              <a:t>H</a:t>
            </a:r>
            <a:r>
              <a:rPr lang="en-US" altLang="ko-KR" sz="2400" b="1">
                <a:ea typeface="굴림" pitchFamily="-28" charset="-127"/>
                <a:cs typeface="굴림" pitchFamily="-28" charset="-127"/>
              </a:rPr>
              <a:t>; this operator is an observable.</a:t>
            </a:r>
          </a:p>
          <a:p>
            <a:pPr>
              <a:buFont typeface="Wingdings" pitchFamily="-28" charset="2"/>
              <a:buChar char="§"/>
            </a:pPr>
            <a:r>
              <a:rPr lang="en-US" altLang="ko-KR" sz="2400" b="1">
                <a:ea typeface="굴림" pitchFamily="-28" charset="-127"/>
                <a:cs typeface="굴림" pitchFamily="-28" charset="-127"/>
              </a:rPr>
              <a:t>[Postulate 4] The only possible result of the measurement of a physical quantity </a:t>
            </a:r>
            <a:r>
              <a:rPr lang="en-US" altLang="ko-KR" sz="2400" b="1" i="1">
                <a:ea typeface="굴림" pitchFamily="-28" charset="-127"/>
                <a:cs typeface="굴림" pitchFamily="-28" charset="-127"/>
              </a:rPr>
              <a:t>A</a:t>
            </a:r>
            <a:r>
              <a:rPr lang="en-US" altLang="ko-KR" sz="2400" b="1">
                <a:ea typeface="굴림" pitchFamily="-28" charset="-127"/>
                <a:cs typeface="굴림" pitchFamily="-28" charset="-127"/>
              </a:rPr>
              <a:t> is one of the eigenvalues of the corresponding observable </a:t>
            </a:r>
            <a:r>
              <a:rPr lang="en-US" altLang="ko-KR" sz="2400" b="1" i="1">
                <a:ea typeface="굴림" pitchFamily="-28" charset="-127"/>
                <a:cs typeface="굴림" pitchFamily="-28" charset="-127"/>
              </a:rPr>
              <a:t>Â</a:t>
            </a:r>
            <a:r>
              <a:rPr lang="en-US" altLang="ko-KR" sz="2400" b="1">
                <a:ea typeface="굴림" pitchFamily="-28" charset="-127"/>
                <a:cs typeface="굴림" pitchFamily="-28" charset="-127"/>
              </a:rPr>
              <a:t>.</a:t>
            </a:r>
          </a:p>
          <a:p>
            <a:endParaRPr lang="en-US" altLang="ko-KR" sz="2400" b="1">
              <a:ea typeface="굴림" pitchFamily="-28" charset="-127"/>
              <a:cs typeface="굴림" pitchFamily="-28" charset="-127"/>
            </a:endParaRPr>
          </a:p>
          <a:p>
            <a:r>
              <a:rPr lang="en-US" altLang="ko-KR" sz="2400">
                <a:ea typeface="굴림" pitchFamily="-28" charset="-127"/>
                <a:cs typeface="굴림" pitchFamily="-28" charset="-127"/>
              </a:rPr>
              <a:t>Eigenequation:</a:t>
            </a:r>
            <a:r>
              <a:rPr lang="en-US" altLang="ko-KR" sz="2400" i="1">
                <a:ea typeface="굴림" pitchFamily="-28" charset="-127"/>
                <a:cs typeface="굴림" pitchFamily="-28" charset="-127"/>
              </a:rPr>
              <a:t> Â</a:t>
            </a:r>
            <a:r>
              <a:rPr lang="en-US" altLang="ko-KR" sz="2400">
                <a:ea typeface="굴림" pitchFamily="-28" charset="-127"/>
                <a:cs typeface="굴림" pitchFamily="-28" charset="-127"/>
              </a:rPr>
              <a:t>|</a:t>
            </a:r>
            <a:r>
              <a:rPr lang="el-GR" altLang="ko-KR" sz="2400" i="1">
                <a:ea typeface="굴림" pitchFamily="-28" charset="-127"/>
                <a:cs typeface="굴림" pitchFamily="-28" charset="-127"/>
              </a:rPr>
              <a:t>φ</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&gt;= </a:t>
            </a:r>
            <a:r>
              <a:rPr lang="en-US" altLang="ko-KR" sz="2400" i="1">
                <a:ea typeface="굴림" pitchFamily="-28" charset="-127"/>
                <a:cs typeface="굴림" pitchFamily="-28" charset="-127"/>
              </a:rPr>
              <a:t>a</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a:t>
            </a:r>
            <a:r>
              <a:rPr lang="el-GR" altLang="ko-KR" sz="2400" i="1">
                <a:ea typeface="굴림" pitchFamily="-28" charset="-127"/>
                <a:cs typeface="굴림" pitchFamily="-28" charset="-127"/>
              </a:rPr>
              <a:t>φ</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&gt;</a:t>
            </a:r>
          </a:p>
          <a:p>
            <a:r>
              <a:rPr lang="en-US" altLang="ko-KR" sz="2400" i="1">
                <a:ea typeface="굴림" pitchFamily="-28" charset="-127"/>
                <a:cs typeface="굴림" pitchFamily="-28" charset="-127"/>
              </a:rPr>
              <a:t>n</a:t>
            </a:r>
            <a:r>
              <a:rPr lang="en-US" altLang="ko-KR" sz="2400">
                <a:ea typeface="굴림" pitchFamily="-28" charset="-127"/>
                <a:cs typeface="굴림" pitchFamily="-28" charset="-127"/>
              </a:rPr>
              <a:t>=1,2,…</a:t>
            </a:r>
            <a:r>
              <a:rPr lang="en-US" altLang="ko-KR" sz="2400" i="1">
                <a:ea typeface="굴림" pitchFamily="-28" charset="-127"/>
                <a:cs typeface="굴림" pitchFamily="-28" charset="-127"/>
              </a:rPr>
              <a:t>N </a:t>
            </a:r>
            <a:r>
              <a:rPr lang="en-US" altLang="ko-KR" sz="2400">
                <a:ea typeface="굴림" pitchFamily="-28" charset="-127"/>
                <a:cs typeface="굴림" pitchFamily="-28" charset="-127"/>
              </a:rPr>
              <a:t>and </a:t>
            </a:r>
            <a:r>
              <a:rPr lang="en-US" altLang="ko-KR" sz="2400" i="1">
                <a:ea typeface="굴림" pitchFamily="-28" charset="-127"/>
                <a:cs typeface="굴림" pitchFamily="-28" charset="-127"/>
              </a:rPr>
              <a:t>a</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’s are eigenvalues</a:t>
            </a:r>
            <a:endParaRPr lang="el-GR" altLang="ko-KR" sz="2400">
              <a:ea typeface="굴림" pitchFamily="-28" charset="-127"/>
              <a:cs typeface="굴림" pitchFamily="-28" charset="-127"/>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468313" y="404813"/>
            <a:ext cx="8229600" cy="1143000"/>
          </a:xfrm>
        </p:spPr>
        <p:txBody>
          <a:bodyPr/>
          <a:lstStyle/>
          <a:p>
            <a:r>
              <a:rPr lang="en-US" altLang="ko-KR" sz="4000" b="1">
                <a:solidFill>
                  <a:schemeClr val="accent2"/>
                </a:solidFill>
                <a:ea typeface="굴림" pitchFamily="-28" charset="-127"/>
                <a:cs typeface="굴림" pitchFamily="-28" charset="-127"/>
              </a:rPr>
              <a:t>Postulate 5:</a:t>
            </a:r>
            <a:r>
              <a:rPr lang="en-US" altLang="ko-KR" sz="4000">
                <a:solidFill>
                  <a:schemeClr val="accent2"/>
                </a:solidFill>
                <a:ea typeface="굴림" pitchFamily="-28" charset="-127"/>
                <a:cs typeface="굴림" pitchFamily="-28" charset="-127"/>
              </a:rPr>
              <a:t> </a:t>
            </a:r>
            <a:r>
              <a:rPr lang="en-US" altLang="ko-KR" sz="4000" b="1" i="1">
                <a:solidFill>
                  <a:schemeClr val="accent2"/>
                </a:solidFill>
                <a:ea typeface="굴림" pitchFamily="-28" charset="-127"/>
                <a:cs typeface="굴림" pitchFamily="-28" charset="-127"/>
              </a:rPr>
              <a:t>probabilities for measurements</a:t>
            </a:r>
            <a:endParaRPr lang="en-US" altLang="ko-KR" sz="3600" b="1" i="1">
              <a:solidFill>
                <a:schemeClr val="accent2"/>
              </a:solidFill>
              <a:ea typeface="굴림" pitchFamily="-28" charset="-127"/>
              <a:cs typeface="굴림" pitchFamily="-28" charset="-127"/>
            </a:endParaRPr>
          </a:p>
        </p:txBody>
      </p:sp>
      <p:sp>
        <p:nvSpPr>
          <p:cNvPr id="46083" name="Rectangle 3"/>
          <p:cNvSpPr>
            <a:spLocks noGrp="1"/>
          </p:cNvSpPr>
          <p:nvPr>
            <p:ph type="body" idx="1"/>
          </p:nvPr>
        </p:nvSpPr>
        <p:spPr>
          <a:xfrm>
            <a:off x="468313" y="1844675"/>
            <a:ext cx="8229600" cy="4392613"/>
          </a:xfrm>
        </p:spPr>
        <p:txBody>
          <a:bodyPr/>
          <a:lstStyle/>
          <a:p>
            <a:pPr>
              <a:buFont typeface="Wingdings" pitchFamily="-28" charset="2"/>
              <a:buChar char="§"/>
            </a:pPr>
            <a:r>
              <a:rPr lang="en-US" altLang="ko-KR" sz="2400" b="1">
                <a:ea typeface="굴림" pitchFamily="-28" charset="-127"/>
                <a:cs typeface="굴림" pitchFamily="-28" charset="-127"/>
              </a:rPr>
              <a:t>[Postulate 4: </a:t>
            </a:r>
            <a:r>
              <a:rPr lang="en-US" altLang="ko-KR" sz="2000" b="1" i="1">
                <a:ea typeface="굴림" pitchFamily="-28" charset="-127"/>
                <a:cs typeface="굴림" pitchFamily="-28" charset="-127"/>
              </a:rPr>
              <a:t>for the case of a discrete non-degenerate system</a:t>
            </a:r>
            <a:r>
              <a:rPr lang="en-US" altLang="ko-KR" sz="2400" b="1">
                <a:ea typeface="굴림" pitchFamily="-28" charset="-127"/>
                <a:cs typeface="굴림" pitchFamily="-28" charset="-127"/>
              </a:rPr>
              <a:t>] When the physical quantity A is measured on a system in the normalized state |</a:t>
            </a:r>
            <a:r>
              <a:rPr lang="el-GR" altLang="ko-KR" sz="2400" b="1" i="1">
                <a:ea typeface="굴림" pitchFamily="-28" charset="-127"/>
                <a:cs typeface="굴림" pitchFamily="-28" charset="-127"/>
              </a:rPr>
              <a:t>ψ</a:t>
            </a:r>
            <a:r>
              <a:rPr lang="en-US" altLang="ko-KR" sz="2400" b="1">
                <a:ea typeface="굴림" pitchFamily="-28" charset="-127"/>
                <a:cs typeface="굴림" pitchFamily="-28" charset="-127"/>
              </a:rPr>
              <a:t>&gt;, the probability </a:t>
            </a:r>
            <a:r>
              <a:rPr lang="en-US" altLang="ko-KR" sz="2400" b="1" i="1">
                <a:ea typeface="굴림" pitchFamily="-28" charset="-127"/>
                <a:cs typeface="굴림" pitchFamily="-28" charset="-127"/>
              </a:rPr>
              <a:t>P</a:t>
            </a:r>
            <a:r>
              <a:rPr lang="en-US" altLang="ko-KR" sz="2400" b="1">
                <a:ea typeface="굴림" pitchFamily="-28" charset="-127"/>
                <a:cs typeface="굴림" pitchFamily="-28" charset="-127"/>
              </a:rPr>
              <a:t>(</a:t>
            </a:r>
            <a:r>
              <a:rPr lang="en-US" altLang="ko-KR" sz="2400" b="1" i="1">
                <a:ea typeface="굴림" pitchFamily="-28" charset="-127"/>
                <a:cs typeface="굴림" pitchFamily="-28" charset="-127"/>
              </a:rPr>
              <a:t>a</a:t>
            </a:r>
            <a:r>
              <a:rPr lang="en-US" altLang="ko-KR" sz="2400" b="1" i="1" baseline="-25000">
                <a:ea typeface="굴림" pitchFamily="-28" charset="-127"/>
                <a:cs typeface="굴림" pitchFamily="-28" charset="-127"/>
              </a:rPr>
              <a:t>n</a:t>
            </a:r>
            <a:r>
              <a:rPr lang="en-US" altLang="ko-KR" sz="2400" b="1">
                <a:ea typeface="굴림" pitchFamily="-28" charset="-127"/>
                <a:cs typeface="굴림" pitchFamily="-28" charset="-127"/>
              </a:rPr>
              <a:t>) of obtaining the eigenvalue </a:t>
            </a:r>
            <a:r>
              <a:rPr lang="en-US" altLang="ko-KR" sz="2400" b="1" i="1">
                <a:ea typeface="굴림" pitchFamily="-28" charset="-127"/>
                <a:cs typeface="굴림" pitchFamily="-28" charset="-127"/>
              </a:rPr>
              <a:t>a</a:t>
            </a:r>
            <a:r>
              <a:rPr lang="en-US" altLang="ko-KR" sz="2400" b="1" i="1" baseline="-25000">
                <a:ea typeface="굴림" pitchFamily="-28" charset="-127"/>
                <a:cs typeface="굴림" pitchFamily="-28" charset="-127"/>
              </a:rPr>
              <a:t>n</a:t>
            </a:r>
            <a:r>
              <a:rPr lang="en-US" altLang="ko-KR" sz="2400" b="1">
                <a:ea typeface="굴림" pitchFamily="-28" charset="-127"/>
                <a:cs typeface="굴림" pitchFamily="-28" charset="-127"/>
              </a:rPr>
              <a:t> is </a:t>
            </a:r>
            <a:r>
              <a:rPr lang="en-US" altLang="ko-KR" sz="2400" b="1" i="1">
                <a:ea typeface="굴림" pitchFamily="-28" charset="-127"/>
                <a:cs typeface="굴림" pitchFamily="-28" charset="-127"/>
              </a:rPr>
              <a:t>P</a:t>
            </a:r>
            <a:r>
              <a:rPr lang="en-US" altLang="ko-KR" sz="2400" b="1">
                <a:ea typeface="굴림" pitchFamily="-28" charset="-127"/>
                <a:cs typeface="굴림" pitchFamily="-28" charset="-127"/>
              </a:rPr>
              <a:t>(</a:t>
            </a:r>
            <a:r>
              <a:rPr lang="en-US" altLang="ko-KR" sz="2400" b="1" i="1">
                <a:ea typeface="굴림" pitchFamily="-28" charset="-127"/>
                <a:cs typeface="굴림" pitchFamily="-28" charset="-127"/>
              </a:rPr>
              <a:t>a</a:t>
            </a:r>
            <a:r>
              <a:rPr lang="en-US" altLang="ko-KR" sz="2400" b="1" i="1" baseline="-25000">
                <a:ea typeface="굴림" pitchFamily="-28" charset="-127"/>
                <a:cs typeface="굴림" pitchFamily="-28" charset="-127"/>
              </a:rPr>
              <a:t>n</a:t>
            </a:r>
            <a:r>
              <a:rPr lang="en-US" altLang="ko-KR" sz="2400" b="1">
                <a:ea typeface="굴림" pitchFamily="-28" charset="-127"/>
                <a:cs typeface="굴림" pitchFamily="-28" charset="-127"/>
              </a:rPr>
              <a:t>)=|&lt;</a:t>
            </a:r>
            <a:r>
              <a:rPr lang="el-GR" altLang="ko-KR" sz="2400" b="1" i="1">
                <a:ea typeface="굴림" pitchFamily="-28" charset="-127"/>
                <a:cs typeface="굴림" pitchFamily="-28" charset="-127"/>
              </a:rPr>
              <a:t>φ</a:t>
            </a:r>
            <a:r>
              <a:rPr lang="en-US" altLang="ko-KR" sz="2400" b="1" i="1" baseline="-25000">
                <a:ea typeface="굴림" pitchFamily="-28" charset="-127"/>
                <a:cs typeface="굴림" pitchFamily="-28" charset="-127"/>
              </a:rPr>
              <a:t>n</a:t>
            </a:r>
            <a:r>
              <a:rPr lang="en-US" altLang="ko-KR" sz="2400" b="1">
                <a:ea typeface="굴림" pitchFamily="-28" charset="-127"/>
                <a:cs typeface="굴림" pitchFamily="-28" charset="-127"/>
              </a:rPr>
              <a:t>|</a:t>
            </a:r>
            <a:r>
              <a:rPr lang="el-GR" altLang="ko-KR" sz="2400" b="1" i="1">
                <a:ea typeface="굴림" pitchFamily="-28" charset="-127"/>
                <a:cs typeface="굴림" pitchFamily="-28" charset="-127"/>
              </a:rPr>
              <a:t>ψ</a:t>
            </a:r>
            <a:r>
              <a:rPr lang="en-US" altLang="ko-KR" sz="2400" b="1">
                <a:ea typeface="굴림" pitchFamily="-28" charset="-127"/>
                <a:cs typeface="굴림" pitchFamily="-28" charset="-127"/>
              </a:rPr>
              <a:t>&gt;|</a:t>
            </a:r>
            <a:r>
              <a:rPr lang="en-US" altLang="ko-KR" sz="2400" b="1" baseline="30000">
                <a:ea typeface="굴림" pitchFamily="-28" charset="-127"/>
                <a:cs typeface="굴림" pitchFamily="-28" charset="-127"/>
              </a:rPr>
              <a:t>2</a:t>
            </a:r>
            <a:r>
              <a:rPr lang="en-US" altLang="ko-KR" sz="2400" b="1">
                <a:ea typeface="굴림" pitchFamily="-28" charset="-127"/>
                <a:cs typeface="굴림" pitchFamily="-28" charset="-127"/>
              </a:rPr>
              <a:t> where |</a:t>
            </a:r>
            <a:r>
              <a:rPr lang="el-GR" altLang="ko-KR" sz="2400" b="1" i="1">
                <a:ea typeface="굴림" pitchFamily="-28" charset="-127"/>
                <a:cs typeface="굴림" pitchFamily="-28" charset="-127"/>
              </a:rPr>
              <a:t>φ</a:t>
            </a:r>
            <a:r>
              <a:rPr lang="en-US" altLang="ko-KR" sz="2400" b="1" i="1" baseline="-25000">
                <a:ea typeface="굴림" pitchFamily="-28" charset="-127"/>
                <a:cs typeface="굴림" pitchFamily="-28" charset="-127"/>
              </a:rPr>
              <a:t>n</a:t>
            </a:r>
            <a:r>
              <a:rPr lang="en-US" altLang="ko-KR" sz="2400" b="1">
                <a:ea typeface="굴림" pitchFamily="-28" charset="-127"/>
                <a:cs typeface="굴림" pitchFamily="-28" charset="-127"/>
              </a:rPr>
              <a:t>&gt; is the eigenstate corresponding to the eigenvalue </a:t>
            </a:r>
            <a:r>
              <a:rPr lang="en-US" altLang="ko-KR" sz="2400" b="1" i="1">
                <a:ea typeface="굴림" pitchFamily="-28" charset="-127"/>
                <a:cs typeface="굴림" pitchFamily="-28" charset="-127"/>
              </a:rPr>
              <a:t>a</a:t>
            </a:r>
            <a:r>
              <a:rPr lang="en-US" altLang="ko-KR" sz="2400" b="1" i="1" baseline="-25000">
                <a:ea typeface="굴림" pitchFamily="-28" charset="-127"/>
                <a:cs typeface="굴림" pitchFamily="-28" charset="-127"/>
              </a:rPr>
              <a:t>n</a:t>
            </a:r>
            <a:r>
              <a:rPr lang="en-US" altLang="ko-KR" sz="2400" b="1">
                <a:ea typeface="굴림" pitchFamily="-28" charset="-127"/>
                <a:cs typeface="굴림" pitchFamily="-28" charset="-127"/>
              </a:rPr>
              <a:t>.</a:t>
            </a:r>
          </a:p>
          <a:p>
            <a:endParaRPr lang="en-US" altLang="ko-KR" sz="2400">
              <a:ea typeface="굴림" pitchFamily="-28" charset="-127"/>
              <a:cs typeface="굴림" pitchFamily="-28" charset="-127"/>
            </a:endParaRPr>
          </a:p>
          <a:p>
            <a:r>
              <a:rPr lang="en-US" altLang="ko-KR" sz="2400">
                <a:ea typeface="굴림" pitchFamily="-28" charset="-127"/>
                <a:cs typeface="굴림" pitchFamily="-28" charset="-127"/>
              </a:rPr>
              <a:t>The case for a continuous variable system:</a:t>
            </a:r>
            <a:r>
              <a:rPr lang="en-US" altLang="ko-KR" sz="2400" smtClean="0">
                <a:ea typeface="굴림" pitchFamily="-28" charset="-127"/>
                <a:cs typeface="굴림" pitchFamily="-28" charset="-127"/>
              </a:rPr>
              <a:t> </a:t>
            </a:r>
          </a:p>
          <a:p>
            <a:pPr>
              <a:buFont typeface="Arial" pitchFamily="-28" charset="0"/>
              <a:buNone/>
            </a:pPr>
            <a:r>
              <a:rPr lang="en-US" altLang="ko-KR" sz="2400" i="1" smtClean="0">
                <a:ea typeface="굴림" pitchFamily="-28" charset="-127"/>
                <a:cs typeface="굴림" pitchFamily="-28" charset="-127"/>
              </a:rPr>
              <a:t>	dP</a:t>
            </a:r>
            <a:r>
              <a:rPr lang="en-US" altLang="ko-KR" sz="2400">
                <a:ea typeface="굴림" pitchFamily="-28" charset="-127"/>
                <a:cs typeface="굴림" pitchFamily="-28" charset="-127"/>
              </a:rPr>
              <a:t>(</a:t>
            </a:r>
            <a:r>
              <a:rPr lang="el-GR" altLang="ko-KR" sz="2400">
                <a:ea typeface="굴림" pitchFamily="-28" charset="-127"/>
                <a:cs typeface="굴림" pitchFamily="-28" charset="-127"/>
              </a:rPr>
              <a:t>α</a:t>
            </a:r>
            <a:r>
              <a:rPr lang="en-US" altLang="ko-KR" sz="2400">
                <a:ea typeface="굴림" pitchFamily="-28" charset="-127"/>
                <a:cs typeface="굴림" pitchFamily="-28" charset="-127"/>
              </a:rPr>
              <a:t>)=|&lt;</a:t>
            </a:r>
            <a:r>
              <a:rPr lang="el-GR" altLang="ko-KR" sz="2400" i="1">
                <a:ea typeface="굴림" pitchFamily="-28" charset="-127"/>
                <a:cs typeface="굴림" pitchFamily="-28" charset="-127"/>
              </a:rPr>
              <a:t>φ</a:t>
            </a:r>
            <a:r>
              <a:rPr lang="el-GR" altLang="ko-KR" sz="2400" baseline="-25000">
                <a:ea typeface="굴림" pitchFamily="-28" charset="-127"/>
                <a:cs typeface="굴림" pitchFamily="-28" charset="-127"/>
              </a:rPr>
              <a:t>α</a:t>
            </a:r>
            <a:r>
              <a:rPr lang="en-US" altLang="ko-KR" sz="2400">
                <a:ea typeface="굴림" pitchFamily="-28" charset="-127"/>
                <a:cs typeface="굴림" pitchFamily="-28" charset="-127"/>
              </a:rPr>
              <a:t>|</a:t>
            </a:r>
            <a:r>
              <a:rPr lang="el-GR" altLang="ko-KR" sz="2400" i="1">
                <a:ea typeface="굴림" pitchFamily="-28" charset="-127"/>
                <a:cs typeface="굴림" pitchFamily="-28" charset="-127"/>
              </a:rPr>
              <a:t>ψ</a:t>
            </a:r>
            <a:r>
              <a:rPr lang="en-US" altLang="ko-KR" sz="2400">
                <a:ea typeface="굴림" pitchFamily="-28" charset="-127"/>
                <a:cs typeface="굴림" pitchFamily="-28" charset="-127"/>
              </a:rPr>
              <a:t>&gt;|</a:t>
            </a:r>
            <a:r>
              <a:rPr lang="en-US" altLang="ko-KR" sz="2400" baseline="30000">
                <a:ea typeface="굴림" pitchFamily="-28" charset="-127"/>
                <a:cs typeface="굴림" pitchFamily="-28" charset="-127"/>
              </a:rPr>
              <a:t>2</a:t>
            </a:r>
            <a:r>
              <a:rPr lang="en-US" altLang="ko-KR" sz="2400" i="1">
                <a:ea typeface="굴림" pitchFamily="-28" charset="-127"/>
                <a:cs typeface="굴림" pitchFamily="-28" charset="-127"/>
              </a:rPr>
              <a:t>d</a:t>
            </a:r>
            <a:r>
              <a:rPr lang="el-GR" altLang="ko-KR" sz="2400" i="1">
                <a:ea typeface="굴림" pitchFamily="-28" charset="-127"/>
                <a:cs typeface="굴림" pitchFamily="-28" charset="-127"/>
              </a:rPr>
              <a:t>α</a:t>
            </a:r>
            <a:r>
              <a:rPr lang="en-US" altLang="ko-KR" sz="2400" smtClean="0">
                <a:ea typeface="굴림" pitchFamily="-28" charset="-127"/>
                <a:cs typeface="굴림" pitchFamily="-28" charset="-127"/>
              </a:rPr>
              <a:t>.</a:t>
            </a:r>
            <a:endParaRPr lang="en-US" altLang="ko-KR" sz="2400" i="1">
              <a:ea typeface="굴림" pitchFamily="-28" charset="-127"/>
              <a:cs typeface="굴림" pitchFamily="-28" charset="-127"/>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2"/>
          <p:cNvSpPr>
            <a:spLocks noGrp="1"/>
          </p:cNvSpPr>
          <p:nvPr>
            <p:ph type="title"/>
          </p:nvPr>
        </p:nvSpPr>
        <p:spPr/>
        <p:txBody>
          <a:bodyPr/>
          <a:lstStyle/>
          <a:p>
            <a:r>
              <a:rPr lang="en-US" altLang="ko-KR" sz="4000" b="1">
                <a:solidFill>
                  <a:schemeClr val="accent2"/>
                </a:solidFill>
                <a:ea typeface="굴림" pitchFamily="-28" charset="-127"/>
                <a:cs typeface="굴림" pitchFamily="-28" charset="-127"/>
              </a:rPr>
              <a:t>Postulate 6:</a:t>
            </a:r>
            <a:r>
              <a:rPr lang="en-US" altLang="ko-KR" sz="4000">
                <a:solidFill>
                  <a:schemeClr val="accent2"/>
                </a:solidFill>
                <a:ea typeface="굴림" pitchFamily="-28" charset="-127"/>
                <a:cs typeface="굴림" pitchFamily="-28" charset="-127"/>
              </a:rPr>
              <a:t> </a:t>
            </a:r>
            <a:r>
              <a:rPr lang="en-US" altLang="ko-KR" sz="4000" b="1" i="1">
                <a:solidFill>
                  <a:schemeClr val="accent2"/>
                </a:solidFill>
                <a:ea typeface="굴림" pitchFamily="-28" charset="-127"/>
                <a:cs typeface="굴림" pitchFamily="-28" charset="-127"/>
              </a:rPr>
              <a:t>reduction of state vector</a:t>
            </a:r>
            <a:endParaRPr lang="en-US" altLang="ko-KR" sz="3600" b="1" i="1">
              <a:solidFill>
                <a:schemeClr val="accent2"/>
              </a:solidFill>
              <a:ea typeface="굴림" pitchFamily="-28" charset="-127"/>
              <a:cs typeface="굴림" pitchFamily="-28" charset="-127"/>
            </a:endParaRPr>
          </a:p>
        </p:txBody>
      </p:sp>
      <p:sp>
        <p:nvSpPr>
          <p:cNvPr id="47107" name="Rectangle 3"/>
          <p:cNvSpPr>
            <a:spLocks noGrp="1"/>
          </p:cNvSpPr>
          <p:nvPr>
            <p:ph type="body" idx="1"/>
          </p:nvPr>
        </p:nvSpPr>
        <p:spPr/>
        <p:txBody>
          <a:bodyPr/>
          <a:lstStyle/>
          <a:p>
            <a:pPr>
              <a:lnSpc>
                <a:spcPct val="90000"/>
              </a:lnSpc>
              <a:buFont typeface="Wingdings" pitchFamily="-28" charset="2"/>
              <a:buChar char="§"/>
            </a:pPr>
            <a:r>
              <a:rPr lang="en-US" altLang="ko-KR" sz="2400" b="1">
                <a:ea typeface="굴림" pitchFamily="-28" charset="-127"/>
                <a:cs typeface="굴림" pitchFamily="-28" charset="-127"/>
              </a:rPr>
              <a:t>[Postulate 5] If the measurement of the physical quantity </a:t>
            </a:r>
            <a:r>
              <a:rPr lang="en-US" altLang="ko-KR" sz="2400" b="1" i="1">
                <a:ea typeface="굴림" pitchFamily="-28" charset="-127"/>
                <a:cs typeface="굴림" pitchFamily="-28" charset="-127"/>
              </a:rPr>
              <a:t>A</a:t>
            </a:r>
            <a:r>
              <a:rPr lang="en-US" altLang="ko-KR" sz="2400" b="1">
                <a:ea typeface="굴림" pitchFamily="-28" charset="-127"/>
                <a:cs typeface="굴림" pitchFamily="-28" charset="-127"/>
              </a:rPr>
              <a:t> on the system in the state |</a:t>
            </a:r>
            <a:r>
              <a:rPr lang="el-GR" altLang="ko-KR" sz="2400" b="1" i="1">
                <a:ea typeface="굴림" pitchFamily="-28" charset="-127"/>
                <a:cs typeface="굴림" pitchFamily="-28" charset="-127"/>
              </a:rPr>
              <a:t>ψ</a:t>
            </a:r>
            <a:r>
              <a:rPr lang="en-US" altLang="ko-KR" sz="2400" b="1">
                <a:ea typeface="굴림" pitchFamily="-28" charset="-127"/>
                <a:cs typeface="굴림" pitchFamily="-28" charset="-127"/>
              </a:rPr>
              <a:t> &gt; gives the result </a:t>
            </a:r>
            <a:r>
              <a:rPr lang="en-US" altLang="ko-KR" sz="2400" b="1" i="1">
                <a:ea typeface="굴림" pitchFamily="-28" charset="-127"/>
                <a:cs typeface="굴림" pitchFamily="-28" charset="-127"/>
              </a:rPr>
              <a:t>a</a:t>
            </a:r>
            <a:r>
              <a:rPr lang="en-US" altLang="ko-KR" sz="2400" b="1" i="1" baseline="-25000">
                <a:ea typeface="굴림" pitchFamily="-28" charset="-127"/>
                <a:cs typeface="굴림" pitchFamily="-28" charset="-127"/>
              </a:rPr>
              <a:t>n</a:t>
            </a:r>
            <a:r>
              <a:rPr lang="en-US" altLang="ko-KR" sz="2400" b="1">
                <a:ea typeface="굴림" pitchFamily="-28" charset="-127"/>
                <a:cs typeface="굴림" pitchFamily="-28" charset="-127"/>
              </a:rPr>
              <a:t>, the state of the system immediately after the measurement is the normalized projection, |</a:t>
            </a:r>
            <a:r>
              <a:rPr lang="el-GR" altLang="ko-KR" sz="2400" b="1" i="1">
                <a:ea typeface="굴림" pitchFamily="-28" charset="-127"/>
                <a:cs typeface="굴림" pitchFamily="-28" charset="-127"/>
              </a:rPr>
              <a:t>ψ</a:t>
            </a:r>
            <a:r>
              <a:rPr lang="en-US" altLang="ko-KR" sz="2400" b="1">
                <a:ea typeface="굴림" pitchFamily="-28" charset="-127"/>
                <a:cs typeface="굴림" pitchFamily="-28" charset="-127"/>
              </a:rPr>
              <a:t> ’&gt;, of |</a:t>
            </a:r>
            <a:r>
              <a:rPr lang="el-GR" altLang="ko-KR" sz="2400" b="1" i="1">
                <a:ea typeface="굴림" pitchFamily="-28" charset="-127"/>
                <a:cs typeface="굴림" pitchFamily="-28" charset="-127"/>
              </a:rPr>
              <a:t>ψ</a:t>
            </a:r>
            <a:r>
              <a:rPr lang="en-US" altLang="ko-KR" sz="2400" b="1">
                <a:ea typeface="굴림" pitchFamily="-28" charset="-127"/>
                <a:cs typeface="굴림" pitchFamily="-28" charset="-127"/>
              </a:rPr>
              <a:t> &gt;  onto the eigensubspace </a:t>
            </a:r>
          </a:p>
          <a:p>
            <a:pPr>
              <a:lnSpc>
                <a:spcPct val="90000"/>
              </a:lnSpc>
              <a:buFont typeface="Wingdings" pitchFamily="-28" charset="2"/>
              <a:buChar char="§"/>
            </a:pPr>
            <a:endParaRPr lang="en-US" altLang="ko-KR" sz="2400">
              <a:ea typeface="굴림" pitchFamily="-28" charset="-127"/>
              <a:cs typeface="굴림" pitchFamily="-28" charset="-127"/>
            </a:endParaRPr>
          </a:p>
          <a:p>
            <a:pPr>
              <a:lnSpc>
                <a:spcPct val="90000"/>
              </a:lnSpc>
              <a:buFont typeface="Wingdings" pitchFamily="-28" charset="2"/>
              <a:buChar char="§"/>
            </a:pPr>
            <a:endParaRPr lang="en-US" altLang="ko-KR" sz="2400">
              <a:ea typeface="굴림" pitchFamily="-28" charset="-127"/>
              <a:cs typeface="굴림" pitchFamily="-28" charset="-127"/>
            </a:endParaRPr>
          </a:p>
          <a:p>
            <a:pPr>
              <a:lnSpc>
                <a:spcPct val="90000"/>
              </a:lnSpc>
              <a:buFont typeface="Wingdings" pitchFamily="-28" charset="2"/>
              <a:buChar char="§"/>
            </a:pPr>
            <a:endParaRPr lang="en-US" altLang="ko-KR" sz="2400">
              <a:ea typeface="굴림" pitchFamily="-28" charset="-127"/>
              <a:cs typeface="굴림" pitchFamily="-28" charset="-127"/>
            </a:endParaRPr>
          </a:p>
          <a:p>
            <a:pPr>
              <a:lnSpc>
                <a:spcPct val="90000"/>
              </a:lnSpc>
            </a:pPr>
            <a:r>
              <a:rPr lang="en-US" altLang="ko-KR" sz="2400">
                <a:ea typeface="굴림" pitchFamily="-28" charset="-127"/>
                <a:cs typeface="굴림" pitchFamily="-28" charset="-127"/>
              </a:rPr>
              <a:t>Projector:  </a:t>
            </a:r>
            <a:r>
              <a:rPr lang="en-US" altLang="ko-KR" sz="2400" i="1">
                <a:ea typeface="굴림" pitchFamily="-28" charset="-127"/>
                <a:cs typeface="굴림" pitchFamily="-28" charset="-127"/>
              </a:rPr>
              <a:t>P</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 </a:t>
            </a:r>
            <a:r>
              <a:rPr lang="en-US" altLang="ko-KR" sz="2400" i="1" baseline="-25000">
                <a:ea typeface="굴림" pitchFamily="-28" charset="-127"/>
                <a:cs typeface="굴림" pitchFamily="-28" charset="-127"/>
              </a:rPr>
              <a:t>i</a:t>
            </a:r>
            <a:r>
              <a:rPr lang="en-US" altLang="ko-KR" sz="2400">
                <a:ea typeface="굴림" pitchFamily="-28" charset="-127"/>
                <a:cs typeface="굴림" pitchFamily="-28" charset="-127"/>
              </a:rPr>
              <a:t>|</a:t>
            </a:r>
            <a:r>
              <a:rPr lang="el-GR" altLang="ko-KR" sz="2400" i="1">
                <a:ea typeface="굴림" pitchFamily="-28" charset="-127"/>
                <a:cs typeface="굴림" pitchFamily="-28" charset="-127"/>
              </a:rPr>
              <a:t>φ</a:t>
            </a:r>
            <a:r>
              <a:rPr lang="en-US" altLang="ko-KR" sz="2400" i="1" baseline="-25000">
                <a:ea typeface="굴림" pitchFamily="-28" charset="-127"/>
                <a:cs typeface="굴림" pitchFamily="-28" charset="-127"/>
              </a:rPr>
              <a:t>n</a:t>
            </a:r>
            <a:r>
              <a:rPr lang="en-US" altLang="ko-KR" sz="2400" i="1" baseline="30000">
                <a:ea typeface="굴림" pitchFamily="-28" charset="-127"/>
                <a:cs typeface="굴림" pitchFamily="-28" charset="-127"/>
              </a:rPr>
              <a:t>i</a:t>
            </a:r>
            <a:r>
              <a:rPr lang="en-US" altLang="ko-KR" sz="2400">
                <a:ea typeface="굴림" pitchFamily="-28" charset="-127"/>
                <a:cs typeface="굴림" pitchFamily="-28" charset="-127"/>
              </a:rPr>
              <a:t>&gt; &lt;</a:t>
            </a:r>
            <a:r>
              <a:rPr lang="el-GR" altLang="ko-KR" sz="2400" i="1">
                <a:ea typeface="굴림" pitchFamily="-28" charset="-127"/>
                <a:cs typeface="굴림" pitchFamily="-28" charset="-127"/>
              </a:rPr>
              <a:t>φ</a:t>
            </a:r>
            <a:r>
              <a:rPr lang="en-US" altLang="ko-KR" sz="2400" i="1" baseline="-25000">
                <a:ea typeface="굴림" pitchFamily="-28" charset="-127"/>
                <a:cs typeface="굴림" pitchFamily="-28" charset="-127"/>
              </a:rPr>
              <a:t>n</a:t>
            </a:r>
            <a:r>
              <a:rPr lang="en-US" altLang="ko-KR" sz="2400" i="1" baseline="30000">
                <a:ea typeface="굴림" pitchFamily="-28" charset="-127"/>
                <a:cs typeface="굴림" pitchFamily="-28" charset="-127"/>
              </a:rPr>
              <a:t>i</a:t>
            </a:r>
            <a:r>
              <a:rPr lang="en-US" altLang="ko-KR" sz="2400">
                <a:ea typeface="굴림" pitchFamily="-28" charset="-127"/>
                <a:cs typeface="굴림" pitchFamily="-28" charset="-127"/>
              </a:rPr>
              <a:t>| for all eigenvalues corresponding the eigenvalue  </a:t>
            </a:r>
            <a:r>
              <a:rPr lang="en-US" altLang="ko-KR" sz="2400" i="1">
                <a:ea typeface="굴림" pitchFamily="-28" charset="-127"/>
                <a:cs typeface="굴림" pitchFamily="-28" charset="-127"/>
              </a:rPr>
              <a:t>a</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 (</a:t>
            </a:r>
            <a:r>
              <a:rPr lang="en-US" altLang="ko-KR" sz="2400" i="1">
                <a:ea typeface="굴림" pitchFamily="-28" charset="-127"/>
                <a:cs typeface="굴림" pitchFamily="-28" charset="-127"/>
              </a:rPr>
              <a:t>P</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a:t>
            </a:r>
            <a:r>
              <a:rPr lang="el-GR" altLang="ko-KR" sz="2400" i="1">
                <a:ea typeface="굴림" pitchFamily="-28" charset="-127"/>
                <a:cs typeface="굴림" pitchFamily="-28" charset="-127"/>
              </a:rPr>
              <a:t>φ</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&gt; &lt;</a:t>
            </a:r>
            <a:r>
              <a:rPr lang="el-GR" altLang="ko-KR" sz="2400" i="1">
                <a:ea typeface="굴림" pitchFamily="-28" charset="-127"/>
                <a:cs typeface="굴림" pitchFamily="-28" charset="-127"/>
              </a:rPr>
              <a:t>φ</a:t>
            </a:r>
            <a:r>
              <a:rPr lang="en-US" altLang="ko-KR" sz="2400" i="1" baseline="-25000">
                <a:ea typeface="굴림" pitchFamily="-28" charset="-127"/>
                <a:cs typeface="굴림" pitchFamily="-28" charset="-127"/>
              </a:rPr>
              <a:t>n</a:t>
            </a:r>
            <a:r>
              <a:rPr lang="en-US" altLang="ko-KR" sz="2400">
                <a:ea typeface="굴림" pitchFamily="-28" charset="-127"/>
                <a:cs typeface="굴림" pitchFamily="-28" charset="-127"/>
              </a:rPr>
              <a:t>| for a non-degenerate system.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a:lstStyle/>
          <a:p>
            <a:r>
              <a:rPr lang="en-US" altLang="ko-KR" b="1">
                <a:solidFill>
                  <a:schemeClr val="accent2"/>
                </a:solidFill>
                <a:ea typeface="굴림" pitchFamily="-28" charset="-127"/>
                <a:cs typeface="굴림" pitchFamily="-28" charset="-127"/>
              </a:rPr>
              <a:t>Pure and mixed systems</a:t>
            </a:r>
          </a:p>
        </p:txBody>
      </p:sp>
      <p:pic>
        <p:nvPicPr>
          <p:cNvPr id="48131" name="Picture 3"/>
          <p:cNvPicPr>
            <a:picLocks noChangeAspect="1" noChangeArrowheads="1"/>
          </p:cNvPicPr>
          <p:nvPr>
            <p:ph type="body" idx="1"/>
          </p:nvPr>
        </p:nvPicPr>
        <p:blipFill>
          <a:blip r:embed="rId2"/>
          <a:srcRect/>
          <a:stretch>
            <a:fillRect/>
          </a:stretch>
        </p:blipFill>
        <p:spPr>
          <a:xfrm>
            <a:off x="1476375" y="2060575"/>
            <a:ext cx="2173288" cy="3455988"/>
          </a:xfrm>
          <a:noFill/>
        </p:spPr>
      </p:pic>
      <p:pic>
        <p:nvPicPr>
          <p:cNvPr id="48132" name="Picture 4"/>
          <p:cNvPicPr>
            <a:picLocks noChangeAspect="1" noChangeArrowheads="1"/>
          </p:cNvPicPr>
          <p:nvPr/>
        </p:nvPicPr>
        <p:blipFill>
          <a:blip r:embed="rId3"/>
          <a:srcRect/>
          <a:stretch>
            <a:fillRect/>
          </a:stretch>
        </p:blipFill>
        <p:spPr bwMode="auto">
          <a:xfrm>
            <a:off x="5508625" y="1989138"/>
            <a:ext cx="2054225" cy="3529012"/>
          </a:xfrm>
          <a:prstGeom prst="rect">
            <a:avLst/>
          </a:prstGeom>
          <a:noFill/>
          <a:ln w="222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8" name="Rectangle 2"/>
          <p:cNvSpPr>
            <a:spLocks noGrp="1"/>
          </p:cNvSpPr>
          <p:nvPr>
            <p:ph type="title"/>
          </p:nvPr>
        </p:nvSpPr>
        <p:spPr>
          <a:xfrm>
            <a:off x="457200" y="274638"/>
            <a:ext cx="8229600" cy="1143000"/>
          </a:xfrm>
        </p:spPr>
        <p:txBody>
          <a:bodyPr/>
          <a:lstStyle/>
          <a:p>
            <a:r>
              <a:rPr lang="en-US" altLang="ko-KR" b="1">
                <a:solidFill>
                  <a:schemeClr val="accent2"/>
                </a:solidFill>
                <a:ea typeface="굴림" pitchFamily="-28" charset="-127"/>
                <a:cs typeface="굴림" pitchFamily="-28" charset="-127"/>
              </a:rPr>
              <a:t>Pure and mixed states</a:t>
            </a:r>
          </a:p>
        </p:txBody>
      </p:sp>
      <p:sp>
        <p:nvSpPr>
          <p:cNvPr id="49159" name="Rectangle 3"/>
          <p:cNvSpPr>
            <a:spLocks noGrp="1"/>
          </p:cNvSpPr>
          <p:nvPr>
            <p:ph type="body" sz="half" idx="1"/>
          </p:nvPr>
        </p:nvSpPr>
        <p:spPr>
          <a:xfrm>
            <a:off x="457200" y="1600200"/>
            <a:ext cx="7786688" cy="4525963"/>
          </a:xfrm>
        </p:spPr>
        <p:txBody>
          <a:bodyPr/>
          <a:lstStyle/>
          <a:p>
            <a:r>
              <a:rPr lang="en-US" altLang="ko-KR" sz="2800" b="1">
                <a:ea typeface="굴림" pitchFamily="-28" charset="-127"/>
                <a:cs typeface="굴림" pitchFamily="-28" charset="-127"/>
              </a:rPr>
              <a:t>A pure state is a state that can be represented by a state vector:</a:t>
            </a:r>
          </a:p>
          <a:p>
            <a:endParaRPr lang="en-US" altLang="ko-KR" sz="2800" b="1">
              <a:ea typeface="굴림" pitchFamily="-28" charset="-127"/>
              <a:cs typeface="굴림" pitchFamily="-28" charset="-127"/>
            </a:endParaRPr>
          </a:p>
          <a:p>
            <a:r>
              <a:rPr lang="en-US" altLang="ko-KR" sz="2800" b="1">
                <a:ea typeface="굴림" pitchFamily="-28" charset="-127"/>
                <a:cs typeface="굴림" pitchFamily="-28" charset="-127"/>
              </a:rPr>
              <a:t>A mixed state cannot be represented by a state vector but a density operator:</a:t>
            </a:r>
          </a:p>
        </p:txBody>
      </p:sp>
      <p:graphicFrame>
        <p:nvGraphicFramePr>
          <p:cNvPr id="49154" name="Object 3"/>
          <p:cNvGraphicFramePr>
            <a:graphicFrameLocks noChangeAspect="1"/>
          </p:cNvGraphicFramePr>
          <p:nvPr>
            <p:ph sz="quarter" idx="2"/>
          </p:nvPr>
        </p:nvGraphicFramePr>
        <p:xfrm>
          <a:off x="3851275" y="2492375"/>
          <a:ext cx="582613" cy="612775"/>
        </p:xfrm>
        <a:graphic>
          <a:graphicData uri="http://schemas.openxmlformats.org/presentationml/2006/ole">
            <p:oleObj spid="_x0000_s49154" name="Equation" r:id="rId3" imgW="241200" imgH="253800" progId="Equation.3">
              <p:embed/>
            </p:oleObj>
          </a:graphicData>
        </a:graphic>
      </p:graphicFrame>
      <p:graphicFrame>
        <p:nvGraphicFramePr>
          <p:cNvPr id="49155" name="Object 3"/>
          <p:cNvGraphicFramePr>
            <a:graphicFrameLocks noChangeAspect="1"/>
          </p:cNvGraphicFramePr>
          <p:nvPr>
            <p:ph sz="quarter" idx="3"/>
          </p:nvPr>
        </p:nvGraphicFramePr>
        <p:xfrm>
          <a:off x="1979613" y="5445125"/>
          <a:ext cx="5178425" cy="614363"/>
        </p:xfrm>
        <a:graphic>
          <a:graphicData uri="http://schemas.openxmlformats.org/presentationml/2006/ole">
            <p:oleObj spid="_x0000_s49155" name="Equation" r:id="rId4" imgW="2247840" imgH="266400" progId="Equation.3">
              <p:embed/>
            </p:oleObj>
          </a:graphicData>
        </a:graphic>
      </p:graphicFrame>
      <p:graphicFrame>
        <p:nvGraphicFramePr>
          <p:cNvPr id="49156" name="Object 4"/>
          <p:cNvGraphicFramePr>
            <a:graphicFrameLocks noChangeAspect="1"/>
          </p:cNvGraphicFramePr>
          <p:nvPr/>
        </p:nvGraphicFramePr>
        <p:xfrm>
          <a:off x="2627313" y="4652963"/>
          <a:ext cx="3333750" cy="569912"/>
        </p:xfrm>
        <a:graphic>
          <a:graphicData uri="http://schemas.openxmlformats.org/presentationml/2006/ole">
            <p:oleObj spid="_x0000_s49156" name="Equation" r:id="rId5" imgW="1333440" imgH="228600" progId="Equation.3">
              <p:embed/>
            </p:oleObj>
          </a:graphicData>
        </a:graphic>
      </p:graphicFrame>
      <p:graphicFrame>
        <p:nvGraphicFramePr>
          <p:cNvPr id="49157" name="Object 5"/>
          <p:cNvGraphicFramePr>
            <a:graphicFrameLocks noChangeAspect="1"/>
          </p:cNvGraphicFramePr>
          <p:nvPr/>
        </p:nvGraphicFramePr>
        <p:xfrm>
          <a:off x="1331913" y="4076700"/>
          <a:ext cx="6697662" cy="614363"/>
        </p:xfrm>
        <a:graphic>
          <a:graphicData uri="http://schemas.openxmlformats.org/presentationml/2006/ole">
            <p:oleObj spid="_x0000_s49157" name="Equation" r:id="rId6" imgW="2768400" imgH="253800" progId="Equation.3">
              <p:embed/>
            </p:oleObj>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0181" name="Rectangle 2"/>
          <p:cNvSpPr>
            <a:spLocks noGrp="1"/>
          </p:cNvSpPr>
          <p:nvPr>
            <p:ph type="title"/>
          </p:nvPr>
        </p:nvSpPr>
        <p:spPr>
          <a:xfrm>
            <a:off x="468313" y="620713"/>
            <a:ext cx="8229600" cy="1143000"/>
          </a:xfrm>
        </p:spPr>
        <p:txBody>
          <a:bodyPr/>
          <a:lstStyle/>
          <a:p>
            <a:r>
              <a:rPr lang="en-US" altLang="ko-KR" sz="4000" b="1">
                <a:solidFill>
                  <a:schemeClr val="accent2"/>
                </a:solidFill>
                <a:ea typeface="굴림" pitchFamily="-28" charset="-127"/>
                <a:cs typeface="굴림" pitchFamily="-28" charset="-127"/>
              </a:rPr>
              <a:t>Statistical mixture and quantum superposition</a:t>
            </a:r>
          </a:p>
        </p:txBody>
      </p:sp>
      <p:graphicFrame>
        <p:nvGraphicFramePr>
          <p:cNvPr id="50178" name="Object 2"/>
          <p:cNvGraphicFramePr>
            <a:graphicFrameLocks noChangeAspect="1"/>
          </p:cNvGraphicFramePr>
          <p:nvPr/>
        </p:nvGraphicFramePr>
        <p:xfrm>
          <a:off x="1331913" y="4724400"/>
          <a:ext cx="5705475" cy="614363"/>
        </p:xfrm>
        <a:graphic>
          <a:graphicData uri="http://schemas.openxmlformats.org/presentationml/2006/ole">
            <p:oleObj spid="_x0000_s50178" name="Equation" r:id="rId3" imgW="2476440" imgH="266400" progId="Equation.3">
              <p:embed/>
            </p:oleObj>
          </a:graphicData>
        </a:graphic>
      </p:graphicFrame>
      <p:graphicFrame>
        <p:nvGraphicFramePr>
          <p:cNvPr id="50179" name="Object 3"/>
          <p:cNvGraphicFramePr>
            <a:graphicFrameLocks noChangeAspect="1"/>
          </p:cNvGraphicFramePr>
          <p:nvPr/>
        </p:nvGraphicFramePr>
        <p:xfrm>
          <a:off x="2555875" y="3357563"/>
          <a:ext cx="3333750" cy="569912"/>
        </p:xfrm>
        <a:graphic>
          <a:graphicData uri="http://schemas.openxmlformats.org/presentationml/2006/ole">
            <p:oleObj spid="_x0000_s50179" name="Equation" r:id="rId4" imgW="1333440" imgH="228600" progId="Equation.3">
              <p:embed/>
            </p:oleObj>
          </a:graphicData>
        </a:graphic>
      </p:graphicFrame>
      <p:graphicFrame>
        <p:nvGraphicFramePr>
          <p:cNvPr id="50180" name="Object 4"/>
          <p:cNvGraphicFramePr>
            <a:graphicFrameLocks noChangeAspect="1"/>
          </p:cNvGraphicFramePr>
          <p:nvPr/>
        </p:nvGraphicFramePr>
        <p:xfrm>
          <a:off x="1136650" y="2755900"/>
          <a:ext cx="6513513" cy="522288"/>
        </p:xfrm>
        <a:graphic>
          <a:graphicData uri="http://schemas.openxmlformats.org/presentationml/2006/ole">
            <p:oleObj spid="_x0000_s50180" name="Equation" r:id="rId5" imgW="2692400" imgH="215900" progId="Equation.3">
              <p:embed/>
            </p:oleObj>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51202" name="Object 3"/>
          <p:cNvGraphicFramePr>
            <a:graphicFrameLocks noChangeAspect="1"/>
          </p:cNvGraphicFramePr>
          <p:nvPr>
            <p:ph sz="half" idx="1"/>
          </p:nvPr>
        </p:nvGraphicFramePr>
        <p:xfrm>
          <a:off x="1692275" y="2024063"/>
          <a:ext cx="2374900" cy="704850"/>
        </p:xfrm>
        <a:graphic>
          <a:graphicData uri="http://schemas.openxmlformats.org/presentationml/2006/ole">
            <p:oleObj spid="_x0000_s51202" name="Equation" r:id="rId3" imgW="1282700" imgH="381000" progId="Equation.3">
              <p:embed/>
            </p:oleObj>
          </a:graphicData>
        </a:graphic>
      </p:graphicFrame>
      <p:graphicFrame>
        <p:nvGraphicFramePr>
          <p:cNvPr id="51203" name="Object 3"/>
          <p:cNvGraphicFramePr>
            <a:graphicFrameLocks noChangeAspect="1"/>
          </p:cNvGraphicFramePr>
          <p:nvPr>
            <p:ph sz="quarter" idx="3"/>
          </p:nvPr>
        </p:nvGraphicFramePr>
        <p:xfrm>
          <a:off x="1692275" y="4675188"/>
          <a:ext cx="3000375" cy="1489075"/>
        </p:xfrm>
        <a:graphic>
          <a:graphicData uri="http://schemas.openxmlformats.org/presentationml/2006/ole">
            <p:oleObj spid="_x0000_s51203" name="Equation" r:id="rId4" imgW="1714500" imgH="850900" progId="Equation.3">
              <p:embed/>
            </p:oleObj>
          </a:graphicData>
        </a:graphic>
      </p:graphicFrame>
      <p:graphicFrame>
        <p:nvGraphicFramePr>
          <p:cNvPr id="51204" name="Object 4"/>
          <p:cNvGraphicFramePr>
            <a:graphicFrameLocks noChangeAspect="1"/>
          </p:cNvGraphicFramePr>
          <p:nvPr>
            <p:ph sz="quarter" idx="2"/>
          </p:nvPr>
        </p:nvGraphicFramePr>
        <p:xfrm>
          <a:off x="1692275" y="2735263"/>
          <a:ext cx="5903913" cy="1498600"/>
        </p:xfrm>
        <a:graphic>
          <a:graphicData uri="http://schemas.openxmlformats.org/presentationml/2006/ole">
            <p:oleObj spid="_x0000_s51204" name="Equation" r:id="rId5" imgW="3352800" imgH="850900" progId="Equation.3">
              <p:embed/>
            </p:oleObj>
          </a:graphicData>
        </a:graphic>
      </p:graphicFrame>
      <p:grpSp>
        <p:nvGrpSpPr>
          <p:cNvPr id="2" name="Group 41"/>
          <p:cNvGrpSpPr>
            <a:grpSpLocks/>
          </p:cNvGrpSpPr>
          <p:nvPr/>
        </p:nvGrpSpPr>
        <p:grpSpPr bwMode="auto">
          <a:xfrm>
            <a:off x="3962400" y="3657600"/>
            <a:ext cx="3770313" cy="1754188"/>
            <a:chOff x="2290" y="2296"/>
            <a:chExt cx="2375" cy="1105"/>
          </a:xfrm>
        </p:grpSpPr>
        <p:sp>
          <p:nvSpPr>
            <p:cNvPr id="51220" name="Freeform 9"/>
            <p:cNvSpPr>
              <a:spLocks/>
            </p:cNvSpPr>
            <p:nvPr/>
          </p:nvSpPr>
          <p:spPr bwMode="auto">
            <a:xfrm flipH="1">
              <a:off x="2517" y="2296"/>
              <a:ext cx="1452" cy="844"/>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tLang="ko-KR">
                <a:latin typeface="Times New Roman" pitchFamily="-28" charset="0"/>
              </a:endParaRPr>
            </a:p>
            <a:p>
              <a:endParaRPr lang="en-AU" altLang="ko-KR">
                <a:latin typeface="Times New Roman" pitchFamily="-28" charset="0"/>
              </a:endParaRPr>
            </a:p>
            <a:p>
              <a:endParaRPr lang="en-AU" altLang="ko-KR">
                <a:latin typeface="Times New Roman" pitchFamily="-28" charset="0"/>
              </a:endParaRPr>
            </a:p>
            <a:p>
              <a:endParaRPr lang="en-AU" altLang="ko-KR">
                <a:latin typeface="Times New Roman" pitchFamily="-28" charset="0"/>
              </a:endParaRPr>
            </a:p>
            <a:p>
              <a:endParaRPr lang="en-AU">
                <a:latin typeface="Times New Roman" pitchFamily="-28" charset="0"/>
              </a:endParaRPr>
            </a:p>
          </p:txBody>
        </p:sp>
        <p:sp>
          <p:nvSpPr>
            <p:cNvPr id="51221" name="Rectangle 31"/>
            <p:cNvSpPr>
              <a:spLocks noChangeArrowheads="1"/>
            </p:cNvSpPr>
            <p:nvPr/>
          </p:nvSpPr>
          <p:spPr bwMode="auto">
            <a:xfrm>
              <a:off x="3696" y="3113"/>
              <a:ext cx="969" cy="288"/>
            </a:xfrm>
            <a:prstGeom prst="rect">
              <a:avLst/>
            </a:prstGeom>
            <a:noFill/>
            <a:ln w="22225">
              <a:noFill/>
              <a:miter lim="800000"/>
              <a:headEnd type="none" w="lg" len="lg"/>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Coherence</a:t>
              </a:r>
            </a:p>
          </p:txBody>
        </p:sp>
        <p:sp>
          <p:nvSpPr>
            <p:cNvPr id="51222" name="Freeform 9"/>
            <p:cNvSpPr>
              <a:spLocks/>
            </p:cNvSpPr>
            <p:nvPr/>
          </p:nvSpPr>
          <p:spPr bwMode="auto">
            <a:xfrm flipH="1">
              <a:off x="2290" y="2568"/>
              <a:ext cx="1588" cy="52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tLang="ko-KR">
                <a:latin typeface="Times New Roman" pitchFamily="-28" charset="0"/>
              </a:endParaRPr>
            </a:p>
            <a:p>
              <a:endParaRPr lang="en-AU" altLang="ko-KR">
                <a:latin typeface="Times New Roman" pitchFamily="-28" charset="0"/>
              </a:endParaRPr>
            </a:p>
            <a:p>
              <a:endParaRPr lang="en-AU">
                <a:latin typeface="Times New Roman" pitchFamily="-28" charset="0"/>
              </a:endParaRPr>
            </a:p>
          </p:txBody>
        </p:sp>
      </p:grpSp>
      <p:grpSp>
        <p:nvGrpSpPr>
          <p:cNvPr id="3" name="Group 40"/>
          <p:cNvGrpSpPr>
            <a:grpSpLocks/>
          </p:cNvGrpSpPr>
          <p:nvPr/>
        </p:nvGrpSpPr>
        <p:grpSpPr bwMode="auto">
          <a:xfrm>
            <a:off x="1371600" y="3429000"/>
            <a:ext cx="2809875" cy="552450"/>
            <a:chOff x="703" y="2115"/>
            <a:chExt cx="1770" cy="348"/>
          </a:xfrm>
        </p:grpSpPr>
        <p:sp>
          <p:nvSpPr>
            <p:cNvPr id="51217" name="Rectangle 35"/>
            <p:cNvSpPr>
              <a:spLocks noChangeArrowheads="1"/>
            </p:cNvSpPr>
            <p:nvPr/>
          </p:nvSpPr>
          <p:spPr bwMode="auto">
            <a:xfrm>
              <a:off x="703" y="2115"/>
              <a:ext cx="990" cy="288"/>
            </a:xfrm>
            <a:prstGeom prst="rect">
              <a:avLst/>
            </a:prstGeom>
            <a:noFill/>
            <a:ln w="22225">
              <a:noFill/>
              <a:miter lim="800000"/>
              <a:headEnd type="none" w="lg" len="lg"/>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chemeClr val="hlink"/>
                  </a:solidFill>
                  <a:latin typeface="Times New Roman" pitchFamily="-28" charset="0"/>
                </a:rPr>
                <a:t>Population</a:t>
              </a:r>
            </a:p>
          </p:txBody>
        </p:sp>
        <p:sp>
          <p:nvSpPr>
            <p:cNvPr id="51218" name="Freeform 9"/>
            <p:cNvSpPr>
              <a:spLocks/>
            </p:cNvSpPr>
            <p:nvPr/>
          </p:nvSpPr>
          <p:spPr bwMode="auto">
            <a:xfrm>
              <a:off x="1711" y="2259"/>
              <a:ext cx="538" cy="2"/>
            </a:xfrm>
            <a:custGeom>
              <a:avLst/>
              <a:gdLst>
                <a:gd name="T0" fmla="*/ 2147483647 w 456"/>
                <a:gd name="T1" fmla="*/ 0 h 96"/>
                <a:gd name="T2" fmla="*/ 0 w 456"/>
                <a:gd name="T3" fmla="*/ 19418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solidFill>
              <a:schemeClr val="hlink"/>
            </a:solidFill>
            <a:ln w="19050">
              <a:solidFill>
                <a:schemeClr val="hlink"/>
              </a:solidFill>
              <a:round/>
              <a:headEnd type="stealth" w="lg" len="lg"/>
              <a:tailEnd type="none" w="lg" len="lg"/>
            </a:ln>
            <a:effectLst>
              <a:prstShdw prst="shdw17" dist="17961" dir="2700000">
                <a:srgbClr val="990000">
                  <a:alpha val="74997"/>
                </a:srgbClr>
              </a:prstShdw>
            </a:effectLst>
          </p:spPr>
          <p:txBody>
            <a:bodyPr wrap="none">
              <a:prstTxWarp prst="textNoShape">
                <a:avLst/>
              </a:prstTxWarp>
            </a:bodyPr>
            <a:lstStyle/>
            <a:p>
              <a:endParaRPr lang="en-AU">
                <a:latin typeface="Times New Roman" pitchFamily="-28" charset="0"/>
              </a:endParaRPr>
            </a:p>
          </p:txBody>
        </p:sp>
        <p:sp>
          <p:nvSpPr>
            <p:cNvPr id="51219" name="Freeform 9"/>
            <p:cNvSpPr>
              <a:spLocks/>
            </p:cNvSpPr>
            <p:nvPr/>
          </p:nvSpPr>
          <p:spPr bwMode="auto">
            <a:xfrm flipV="1">
              <a:off x="1663" y="2259"/>
              <a:ext cx="810" cy="204"/>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solidFill>
              <a:schemeClr val="hlink"/>
            </a:solidFill>
            <a:ln w="19050">
              <a:solidFill>
                <a:schemeClr val="hlink"/>
              </a:solidFill>
              <a:round/>
              <a:headEnd type="stealth" w="lg" len="lg"/>
              <a:tailEnd type="none" w="lg" len="lg"/>
            </a:ln>
            <a:effectLst>
              <a:prstShdw prst="shdw17" dist="17961" dir="2700000">
                <a:srgbClr val="990000">
                  <a:alpha val="74997"/>
                </a:srgbClr>
              </a:prstShdw>
            </a:effectLst>
          </p:spPr>
          <p:txBody>
            <a:bodyPr wrap="none">
              <a:prstTxWarp prst="textNoShape">
                <a:avLst/>
              </a:prstTxWarp>
            </a:bodyPr>
            <a:lstStyle/>
            <a:p>
              <a:pPr>
                <a:buFontTx/>
                <a:buNone/>
              </a:pPr>
              <a:r>
                <a:rPr lang="en-AU" altLang="ko-KR">
                  <a:latin typeface="Times New Roman" pitchFamily="-28" charset="0"/>
                </a:rPr>
                <a:t> </a:t>
              </a:r>
              <a:endParaRPr lang="en-AU">
                <a:latin typeface="Times New Roman" pitchFamily="-28" charset="0"/>
              </a:endParaRPr>
            </a:p>
          </p:txBody>
        </p:sp>
      </p:grpSp>
      <p:grpSp>
        <p:nvGrpSpPr>
          <p:cNvPr id="4" name="Group 42"/>
          <p:cNvGrpSpPr>
            <a:grpSpLocks/>
          </p:cNvGrpSpPr>
          <p:nvPr/>
        </p:nvGrpSpPr>
        <p:grpSpPr bwMode="auto">
          <a:xfrm>
            <a:off x="395288" y="5300663"/>
            <a:ext cx="2947987" cy="606425"/>
            <a:chOff x="703" y="2115"/>
            <a:chExt cx="1857" cy="382"/>
          </a:xfrm>
        </p:grpSpPr>
        <p:sp>
          <p:nvSpPr>
            <p:cNvPr id="51214" name="Rectangle 43"/>
            <p:cNvSpPr>
              <a:spLocks noChangeArrowheads="1"/>
            </p:cNvSpPr>
            <p:nvPr/>
          </p:nvSpPr>
          <p:spPr bwMode="auto">
            <a:xfrm>
              <a:off x="703" y="2115"/>
              <a:ext cx="990" cy="288"/>
            </a:xfrm>
            <a:prstGeom prst="rect">
              <a:avLst/>
            </a:prstGeom>
            <a:noFill/>
            <a:ln w="22225">
              <a:noFill/>
              <a:miter lim="800000"/>
              <a:headEnd type="none" w="lg" len="lg"/>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chemeClr val="hlink"/>
                  </a:solidFill>
                  <a:latin typeface="Times New Roman" pitchFamily="-28" charset="0"/>
                </a:rPr>
                <a:t>Population</a:t>
              </a:r>
            </a:p>
          </p:txBody>
        </p:sp>
        <p:sp>
          <p:nvSpPr>
            <p:cNvPr id="51215" name="Freeform 9"/>
            <p:cNvSpPr>
              <a:spLocks/>
            </p:cNvSpPr>
            <p:nvPr/>
          </p:nvSpPr>
          <p:spPr bwMode="auto">
            <a:xfrm>
              <a:off x="1740" y="2278"/>
              <a:ext cx="538" cy="2"/>
            </a:xfrm>
            <a:custGeom>
              <a:avLst/>
              <a:gdLst>
                <a:gd name="T0" fmla="*/ 2147483647 w 456"/>
                <a:gd name="T1" fmla="*/ 0 h 96"/>
                <a:gd name="T2" fmla="*/ 0 w 456"/>
                <a:gd name="T3" fmla="*/ 19418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solidFill>
              <a:schemeClr val="hlink"/>
            </a:solidFill>
            <a:ln w="19050">
              <a:solidFill>
                <a:schemeClr val="hlink"/>
              </a:solidFill>
              <a:round/>
              <a:headEnd type="stealth" w="lg" len="lg"/>
              <a:tailEnd type="none" w="lg" len="lg"/>
            </a:ln>
            <a:effectLst>
              <a:prstShdw prst="shdw17" dist="17961" dir="2700000">
                <a:srgbClr val="990000">
                  <a:alpha val="74997"/>
                </a:srgbClr>
              </a:prstShdw>
            </a:effectLst>
          </p:spPr>
          <p:txBody>
            <a:bodyPr wrap="none">
              <a:prstTxWarp prst="textNoShape">
                <a:avLst/>
              </a:prstTxWarp>
            </a:bodyPr>
            <a:lstStyle/>
            <a:p>
              <a:endParaRPr lang="en-AU">
                <a:latin typeface="Times New Roman" pitchFamily="-28" charset="0"/>
              </a:endParaRPr>
            </a:p>
          </p:txBody>
        </p:sp>
        <p:sp>
          <p:nvSpPr>
            <p:cNvPr id="51216" name="Freeform 9"/>
            <p:cNvSpPr>
              <a:spLocks/>
            </p:cNvSpPr>
            <p:nvPr/>
          </p:nvSpPr>
          <p:spPr bwMode="auto">
            <a:xfrm flipV="1">
              <a:off x="1750" y="2293"/>
              <a:ext cx="810" cy="204"/>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solidFill>
              <a:schemeClr val="hlink"/>
            </a:solidFill>
            <a:ln w="19050">
              <a:solidFill>
                <a:schemeClr val="hlink"/>
              </a:solidFill>
              <a:round/>
              <a:headEnd type="stealth" w="lg" len="lg"/>
              <a:tailEnd type="none" w="lg" len="lg"/>
            </a:ln>
            <a:effectLst>
              <a:prstShdw prst="shdw17" dist="17961" dir="2700000">
                <a:srgbClr val="990000">
                  <a:alpha val="74997"/>
                </a:srgbClr>
              </a:prstShdw>
            </a:effectLst>
          </p:spPr>
          <p:txBody>
            <a:bodyPr wrap="none">
              <a:prstTxWarp prst="textNoShape">
                <a:avLst/>
              </a:prstTxWarp>
            </a:bodyPr>
            <a:lstStyle/>
            <a:p>
              <a:pPr>
                <a:buFontTx/>
                <a:buNone/>
              </a:pPr>
              <a:r>
                <a:rPr lang="en-AU" altLang="ko-KR">
                  <a:latin typeface="Times New Roman" pitchFamily="-28" charset="0"/>
                </a:rPr>
                <a:t> </a:t>
              </a:r>
              <a:endParaRPr lang="en-AU">
                <a:latin typeface="Times New Roman" pitchFamily="-28" charset="0"/>
              </a:endParaRPr>
            </a:p>
          </p:txBody>
        </p:sp>
      </p:grpSp>
      <p:grpSp>
        <p:nvGrpSpPr>
          <p:cNvPr id="5" name="Group 50"/>
          <p:cNvGrpSpPr>
            <a:grpSpLocks/>
          </p:cNvGrpSpPr>
          <p:nvPr/>
        </p:nvGrpSpPr>
        <p:grpSpPr bwMode="auto">
          <a:xfrm>
            <a:off x="3048000" y="5589588"/>
            <a:ext cx="3998913" cy="1033462"/>
            <a:chOff x="1920" y="3521"/>
            <a:chExt cx="2519" cy="651"/>
          </a:xfrm>
        </p:grpSpPr>
        <p:sp>
          <p:nvSpPr>
            <p:cNvPr id="51211" name="Freeform 9"/>
            <p:cNvSpPr>
              <a:spLocks/>
            </p:cNvSpPr>
            <p:nvPr/>
          </p:nvSpPr>
          <p:spPr bwMode="auto">
            <a:xfrm flipH="1">
              <a:off x="2190" y="3521"/>
              <a:ext cx="1314" cy="45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bodyPr>
            <a:lstStyle/>
            <a:p>
              <a:endParaRPr lang="en-AU" altLang="ko-KR">
                <a:latin typeface="Times New Roman" pitchFamily="-28" charset="0"/>
              </a:endParaRPr>
            </a:p>
            <a:p>
              <a:endParaRPr lang="en-AU">
                <a:latin typeface="Times New Roman" pitchFamily="-28" charset="0"/>
              </a:endParaRPr>
            </a:p>
          </p:txBody>
        </p:sp>
        <p:sp>
          <p:nvSpPr>
            <p:cNvPr id="51212" name="Rectangle 48"/>
            <p:cNvSpPr>
              <a:spLocks noChangeArrowheads="1"/>
            </p:cNvSpPr>
            <p:nvPr/>
          </p:nvSpPr>
          <p:spPr bwMode="auto">
            <a:xfrm>
              <a:off x="3470" y="3884"/>
              <a:ext cx="969" cy="288"/>
            </a:xfrm>
            <a:prstGeom prst="rect">
              <a:avLst/>
            </a:prstGeom>
            <a:noFill/>
            <a:ln w="22225">
              <a:noFill/>
              <a:miter lim="800000"/>
              <a:headEnd type="none" w="lg" len="lg"/>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Coherence</a:t>
              </a:r>
            </a:p>
          </p:txBody>
        </p:sp>
        <p:sp>
          <p:nvSpPr>
            <p:cNvPr id="51213" name="Freeform 9"/>
            <p:cNvSpPr>
              <a:spLocks/>
            </p:cNvSpPr>
            <p:nvPr/>
          </p:nvSpPr>
          <p:spPr bwMode="auto">
            <a:xfrm flipH="1">
              <a:off x="1920" y="3793"/>
              <a:ext cx="1588" cy="2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AU" altLang="ko-KR">
                  <a:latin typeface="Times New Roman" pitchFamily="-28" charset="0"/>
                </a:rPr>
                <a:t>     </a:t>
              </a:r>
              <a:endParaRPr lang="en-AU">
                <a:latin typeface="Times New Roman" pitchFamily="-28" charset="0"/>
              </a:endParaRPr>
            </a:p>
          </p:txBody>
        </p:sp>
      </p:grpSp>
      <p:sp>
        <p:nvSpPr>
          <p:cNvPr id="51210" name="Rectangle 2"/>
          <p:cNvSpPr txBox="1">
            <a:spLocks/>
          </p:cNvSpPr>
          <p:nvPr/>
        </p:nvSpPr>
        <p:spPr bwMode="auto">
          <a:xfrm>
            <a:off x="468313" y="620713"/>
            <a:ext cx="8229600" cy="1143000"/>
          </a:xfrm>
          <a:prstGeom prst="rect">
            <a:avLst/>
          </a:prstGeom>
          <a:noFill/>
          <a:ln w="9525">
            <a:noFill/>
            <a:miter lim="800000"/>
            <a:headEnd/>
            <a:tailEnd/>
          </a:ln>
        </p:spPr>
        <p:txBody>
          <a:bodyPr anchor="ctr">
            <a:prstTxWarp prst="textNoShape">
              <a:avLst/>
            </a:prstTxWarp>
          </a:bodyPr>
          <a:lstStyle/>
          <a:p>
            <a:pPr algn="ctr" eaLnBrk="0" hangingPunct="0">
              <a:spcBef>
                <a:spcPct val="0"/>
              </a:spcBef>
              <a:buFontTx/>
              <a:buNone/>
            </a:pPr>
            <a:r>
              <a:rPr lang="en-US" altLang="ko-KR" sz="4000">
                <a:latin typeface="Calibri" pitchFamily="-28" charset="0"/>
              </a:rPr>
              <a:t>Statistical mixture and quantum superposition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5" presetClass="emph" presetSubtype="0" fill="hold" nodeType="clickEffect">
                                  <p:stCondLst>
                                    <p:cond delay="0"/>
                                  </p:stCondLst>
                                  <p:childTnLst>
                                    <p:anim calcmode="discrete" valueType="str">
                                      <p:cBhvr>
                                        <p:cTn id="14"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fill="hold" nodeType="clickEffect">
                                  <p:stCondLst>
                                    <p:cond delay="0"/>
                                  </p:stCondLst>
                                  <p:childTnLst>
                                    <p:anim calcmode="discrete" valueType="str">
                                      <p:cBhvr>
                                        <p:cTn id="1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5" presetClass="emph" presetSubtype="0" fill="hold" nodeType="clickEffect">
                                  <p:stCondLst>
                                    <p:cond delay="0"/>
                                  </p:stCondLst>
                                  <p:childTnLst>
                                    <p:anim calcmode="discrete" valueType="str">
                                      <p:cBhvr>
                                        <p:cTn id="30"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35" presetClass="emph" presetSubtype="0" fill="hold" nodeType="clickEffect">
                                  <p:stCondLst>
                                    <p:cond delay="0"/>
                                  </p:stCondLst>
                                  <p:childTnLst>
                                    <p:anim calcmode="discrete" valueType="str">
                                      <p:cBhvr>
                                        <p:cTn id="34"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7" name="Rectangle 2"/>
          <p:cNvSpPr>
            <a:spLocks noGrp="1"/>
          </p:cNvSpPr>
          <p:nvPr>
            <p:ph type="title"/>
          </p:nvPr>
        </p:nvSpPr>
        <p:spPr>
          <a:xfrm>
            <a:off x="468313" y="692150"/>
            <a:ext cx="8229600" cy="1143000"/>
          </a:xfrm>
        </p:spPr>
        <p:txBody>
          <a:bodyPr/>
          <a:lstStyle/>
          <a:p>
            <a:r>
              <a:rPr lang="en-US" altLang="ko-KR" sz="4000" b="1">
                <a:solidFill>
                  <a:schemeClr val="accent2"/>
                </a:solidFill>
                <a:ea typeface="굴림" pitchFamily="-28" charset="-127"/>
                <a:cs typeface="굴림" pitchFamily="-28" charset="-127"/>
              </a:rPr>
              <a:t>Degree of mixedness</a:t>
            </a:r>
          </a:p>
        </p:txBody>
      </p:sp>
      <p:graphicFrame>
        <p:nvGraphicFramePr>
          <p:cNvPr id="52226" name="Object 2"/>
          <p:cNvGraphicFramePr>
            <a:graphicFrameLocks noChangeAspect="1"/>
          </p:cNvGraphicFramePr>
          <p:nvPr/>
        </p:nvGraphicFramePr>
        <p:xfrm>
          <a:off x="1187450" y="4221163"/>
          <a:ext cx="6697663" cy="614362"/>
        </p:xfrm>
        <a:graphic>
          <a:graphicData uri="http://schemas.openxmlformats.org/presentationml/2006/ole">
            <p:oleObj spid="_x0000_s52226" name="Microsoft Equation 3.0" r:id="rId3" imgW="2768400" imgH="253800" progId="Equation.3">
              <p:embed/>
            </p:oleObj>
          </a:graphicData>
        </a:graphic>
      </p:graphicFrame>
      <p:pic>
        <p:nvPicPr>
          <p:cNvPr id="52228" name="Picture 4"/>
          <p:cNvPicPr>
            <a:picLocks noChangeAspect="1" noChangeArrowheads="1"/>
          </p:cNvPicPr>
          <p:nvPr/>
        </p:nvPicPr>
        <p:blipFill>
          <a:blip r:embed="rId4"/>
          <a:srcRect/>
          <a:stretch>
            <a:fillRect/>
          </a:stretch>
        </p:blipFill>
        <p:spPr bwMode="auto">
          <a:xfrm>
            <a:off x="1835150" y="2420938"/>
            <a:ext cx="5091113" cy="822325"/>
          </a:xfrm>
          <a:prstGeom prst="rect">
            <a:avLst/>
          </a:prstGeom>
          <a:noFill/>
          <a:ln w="12700">
            <a:noFill/>
            <a:miter lim="800000"/>
            <a:headEnd type="none" w="lg" len="lg"/>
            <a:tailEnd type="none" w="lg" len="lg"/>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3253" name="Rectangle 2"/>
          <p:cNvSpPr>
            <a:spLocks noGrp="1"/>
          </p:cNvSpPr>
          <p:nvPr>
            <p:ph type="title"/>
          </p:nvPr>
        </p:nvSpPr>
        <p:spPr>
          <a:xfrm>
            <a:off x="468313" y="333375"/>
            <a:ext cx="8229600" cy="1143000"/>
          </a:xfrm>
        </p:spPr>
        <p:txBody>
          <a:bodyPr/>
          <a:lstStyle/>
          <a:p>
            <a:r>
              <a:rPr lang="en-US" altLang="ko-KR" b="1">
                <a:solidFill>
                  <a:schemeClr val="accent2"/>
                </a:solidFill>
                <a:ea typeface="굴림" pitchFamily="-28" charset="-127"/>
                <a:cs typeface="굴림" pitchFamily="-28" charset="-127"/>
              </a:rPr>
              <a:t>Entanglement</a:t>
            </a:r>
          </a:p>
        </p:txBody>
      </p:sp>
      <p:sp>
        <p:nvSpPr>
          <p:cNvPr id="53254" name="Rectangle 5"/>
          <p:cNvSpPr>
            <a:spLocks noChangeArrowheads="1"/>
          </p:cNvSpPr>
          <p:nvPr/>
        </p:nvSpPr>
        <p:spPr bwMode="auto">
          <a:xfrm>
            <a:off x="682625" y="1771650"/>
            <a:ext cx="7345363" cy="1008063"/>
          </a:xfrm>
          <a:prstGeom prst="rect">
            <a:avLst/>
          </a:prstGeom>
          <a:noFill/>
          <a:ln w="9525">
            <a:noFill/>
            <a:miter lim="800000"/>
            <a:headEnd/>
            <a:tailEnd/>
          </a:ln>
        </p:spPr>
        <p:txBody>
          <a:bodyPr>
            <a:prstTxWarp prst="textNoShape">
              <a:avLst/>
            </a:prstTxWarp>
          </a:bodyPr>
          <a:lstStyle/>
          <a:p>
            <a:pPr marL="342900" indent="-342900">
              <a:buFont typeface="Arial" pitchFamily="-28" charset="0"/>
              <a:buChar char="•"/>
            </a:pPr>
            <a:r>
              <a:rPr lang="en-US" sz="2400">
                <a:solidFill>
                  <a:srgbClr val="000000"/>
                </a:solidFill>
                <a:latin typeface="Times New Roman" pitchFamily="-28" charset="0"/>
              </a:rPr>
              <a:t>A quantum</a:t>
            </a:r>
            <a:r>
              <a:rPr lang="en-US" altLang="ko-KR" sz="2400">
                <a:solidFill>
                  <a:schemeClr val="tx1"/>
                </a:solidFill>
                <a:latin typeface="Times New Roman" pitchFamily="-28" charset="0"/>
              </a:rPr>
              <a:t> </a:t>
            </a:r>
            <a:r>
              <a:rPr lang="en-US" sz="2400">
                <a:solidFill>
                  <a:srgbClr val="000000"/>
                </a:solidFill>
                <a:latin typeface="Times New Roman" pitchFamily="-28" charset="0"/>
              </a:rPr>
              <a:t>state </a:t>
            </a:r>
            <a:r>
              <a:rPr lang="en-US" altLang="ko-KR" sz="2400">
                <a:solidFill>
                  <a:srgbClr val="000000"/>
                </a:solidFill>
                <a:latin typeface="Times New Roman" pitchFamily="-28" charset="0"/>
              </a:rPr>
              <a:t>          </a:t>
            </a:r>
            <a:r>
              <a:rPr lang="en-US" sz="2400">
                <a:solidFill>
                  <a:srgbClr val="000000"/>
                </a:solidFill>
                <a:latin typeface="Times New Roman" pitchFamily="-28" charset="0"/>
              </a:rPr>
              <a:t>is entangled when it cannot b</a:t>
            </a:r>
            <a:r>
              <a:rPr lang="en-US" altLang="ko-KR" sz="2400">
                <a:solidFill>
                  <a:srgbClr val="000000"/>
                </a:solidFill>
                <a:latin typeface="Times New Roman" pitchFamily="-28" charset="0"/>
              </a:rPr>
              <a:t>e</a:t>
            </a:r>
            <a:r>
              <a:rPr lang="en-US" altLang="ko-KR" sz="2400">
                <a:solidFill>
                  <a:schemeClr val="tx1"/>
                </a:solidFill>
                <a:latin typeface="Times New Roman" pitchFamily="-28" charset="0"/>
              </a:rPr>
              <a:t> </a:t>
            </a:r>
            <a:r>
              <a:rPr lang="en-US" sz="2400">
                <a:solidFill>
                  <a:srgbClr val="000000"/>
                </a:solidFill>
                <a:latin typeface="Times New Roman" pitchFamily="-28" charset="0"/>
              </a:rPr>
              <a:t>represented as a direct</a:t>
            </a:r>
            <a:r>
              <a:rPr lang="en-US" altLang="ko-KR" sz="2400">
                <a:solidFill>
                  <a:srgbClr val="000000"/>
                </a:solidFill>
                <a:latin typeface="Times New Roman" pitchFamily="-28" charset="0"/>
              </a:rPr>
              <a:t> </a:t>
            </a:r>
            <a:r>
              <a:rPr lang="en-US" sz="2400">
                <a:solidFill>
                  <a:srgbClr val="000000"/>
                </a:solidFill>
                <a:latin typeface="Times New Roman" pitchFamily="-28" charset="0"/>
              </a:rPr>
              <a:t>product of two</a:t>
            </a:r>
            <a:r>
              <a:rPr lang="en-US" altLang="ko-KR" sz="2400">
                <a:solidFill>
                  <a:srgbClr val="000000"/>
                </a:solidFill>
                <a:latin typeface="Times New Roman" pitchFamily="-28" charset="0"/>
              </a:rPr>
              <a:t> </a:t>
            </a:r>
            <a:r>
              <a:rPr lang="en-US" sz="2400">
                <a:solidFill>
                  <a:srgbClr val="000000"/>
                </a:solidFill>
                <a:latin typeface="Times New Roman" pitchFamily="-28" charset="0"/>
              </a:rPr>
              <a:t>arbitrary states as</a:t>
            </a:r>
          </a:p>
        </p:txBody>
      </p:sp>
      <p:graphicFrame>
        <p:nvGraphicFramePr>
          <p:cNvPr id="53250" name="Object 2"/>
          <p:cNvGraphicFramePr>
            <a:graphicFrameLocks noChangeAspect="1"/>
          </p:cNvGraphicFramePr>
          <p:nvPr/>
        </p:nvGraphicFramePr>
        <p:xfrm>
          <a:off x="2482850" y="2924175"/>
          <a:ext cx="2808288" cy="611188"/>
        </p:xfrm>
        <a:graphic>
          <a:graphicData uri="http://schemas.openxmlformats.org/presentationml/2006/ole">
            <p:oleObj spid="_x0000_s53250" name="Equation" r:id="rId3" imgW="1168200" imgH="253800" progId="Equation.3">
              <p:embed/>
            </p:oleObj>
          </a:graphicData>
        </a:graphic>
      </p:graphicFrame>
      <p:graphicFrame>
        <p:nvGraphicFramePr>
          <p:cNvPr id="53251" name="Object 3"/>
          <p:cNvGraphicFramePr>
            <a:graphicFrameLocks noChangeAspect="1"/>
          </p:cNvGraphicFramePr>
          <p:nvPr/>
        </p:nvGraphicFramePr>
        <p:xfrm>
          <a:off x="2224088" y="4625975"/>
          <a:ext cx="4694237" cy="885825"/>
        </p:xfrm>
        <a:graphic>
          <a:graphicData uri="http://schemas.openxmlformats.org/presentationml/2006/ole">
            <p:oleObj spid="_x0000_s53251" name="Equation" r:id="rId4" imgW="2019300" imgH="381000" progId="Equation.3">
              <p:embed/>
            </p:oleObj>
          </a:graphicData>
        </a:graphic>
      </p:graphicFrame>
      <p:sp>
        <p:nvSpPr>
          <p:cNvPr id="53255" name="Rectangle 31"/>
          <p:cNvSpPr>
            <a:spLocks noChangeArrowheads="1"/>
          </p:cNvSpPr>
          <p:nvPr/>
        </p:nvSpPr>
        <p:spPr bwMode="auto">
          <a:xfrm>
            <a:off x="685800" y="3937000"/>
            <a:ext cx="4500563" cy="457200"/>
          </a:xfrm>
          <a:prstGeom prst="rect">
            <a:avLst/>
          </a:prstGeom>
          <a:noFill/>
          <a:ln w="22225">
            <a:noFill/>
            <a:miter lim="800000"/>
            <a:headEnd/>
            <a:tailEnd/>
          </a:ln>
        </p:spPr>
        <p:txBody>
          <a:bodyPr>
            <a:prstTxWarp prst="textNoShape">
              <a:avLst/>
            </a:prstTxWarp>
            <a:spAutoFit/>
          </a:bodyPr>
          <a:lstStyle/>
          <a:p>
            <a:pPr marL="342900" indent="-342900"/>
            <a:r>
              <a:rPr lang="en-US" altLang="ko-KR" sz="2400">
                <a:solidFill>
                  <a:schemeClr val="tx1"/>
                </a:solidFill>
                <a:latin typeface="Times New Roman" pitchFamily="-28" charset="0"/>
              </a:rPr>
              <a:t>Example: entangled photons</a:t>
            </a:r>
            <a:endParaRPr lang="en-US" sz="2400">
              <a:solidFill>
                <a:schemeClr val="tx1"/>
              </a:solidFill>
              <a:latin typeface="Times New Roman" pitchFamily="-28" charset="0"/>
            </a:endParaRPr>
          </a:p>
        </p:txBody>
      </p:sp>
      <p:graphicFrame>
        <p:nvGraphicFramePr>
          <p:cNvPr id="53252" name="Object 4"/>
          <p:cNvGraphicFramePr>
            <a:graphicFrameLocks noChangeAspect="1"/>
          </p:cNvGraphicFramePr>
          <p:nvPr/>
        </p:nvGraphicFramePr>
        <p:xfrm>
          <a:off x="3419475" y="1773238"/>
          <a:ext cx="576263" cy="442912"/>
        </p:xfrm>
        <a:graphic>
          <a:graphicData uri="http://schemas.openxmlformats.org/presentationml/2006/ole">
            <p:oleObj spid="_x0000_s53252" name="Microsoft Equation 3.0" r:id="rId5" imgW="330120" imgH="253800" progId="Equation.3">
              <p:embed/>
            </p:oleObj>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6" name="Rectangle 2"/>
          <p:cNvSpPr>
            <a:spLocks noGrp="1"/>
          </p:cNvSpPr>
          <p:nvPr>
            <p:ph type="title"/>
          </p:nvPr>
        </p:nvSpPr>
        <p:spPr>
          <a:xfrm>
            <a:off x="468313" y="476250"/>
            <a:ext cx="8229600" cy="1143000"/>
          </a:xfrm>
        </p:spPr>
        <p:txBody>
          <a:bodyPr/>
          <a:lstStyle/>
          <a:p>
            <a:r>
              <a:rPr lang="en-US" altLang="ko-KR" sz="4000" b="1">
                <a:solidFill>
                  <a:schemeClr val="accent2"/>
                </a:solidFill>
                <a:ea typeface="굴림" pitchFamily="-28" charset="-127"/>
                <a:cs typeface="굴림" pitchFamily="-28" charset="-127"/>
              </a:rPr>
              <a:t>Entanglement and classical correlation</a:t>
            </a:r>
          </a:p>
        </p:txBody>
      </p:sp>
      <p:graphicFrame>
        <p:nvGraphicFramePr>
          <p:cNvPr id="54274" name="Object 3"/>
          <p:cNvGraphicFramePr>
            <a:graphicFrameLocks noChangeAspect="1"/>
          </p:cNvGraphicFramePr>
          <p:nvPr/>
        </p:nvGraphicFramePr>
        <p:xfrm>
          <a:off x="1246188" y="4768850"/>
          <a:ext cx="6878637" cy="827088"/>
        </p:xfrm>
        <a:graphic>
          <a:graphicData uri="http://schemas.openxmlformats.org/presentationml/2006/ole">
            <p:oleObj spid="_x0000_s54274" name="Equation" r:id="rId3" imgW="2959100" imgH="355600" progId="Equation.3">
              <p:embed/>
            </p:oleObj>
          </a:graphicData>
        </a:graphic>
      </p:graphicFrame>
      <p:sp>
        <p:nvSpPr>
          <p:cNvPr id="54277" name="Rectangle 31"/>
          <p:cNvSpPr>
            <a:spLocks noChangeArrowheads="1"/>
          </p:cNvSpPr>
          <p:nvPr/>
        </p:nvSpPr>
        <p:spPr bwMode="auto">
          <a:xfrm>
            <a:off x="685800" y="3937000"/>
            <a:ext cx="4500563" cy="457200"/>
          </a:xfrm>
          <a:prstGeom prst="rect">
            <a:avLst/>
          </a:prstGeom>
          <a:noFill/>
          <a:ln w="22225">
            <a:noFill/>
            <a:miter lim="800000"/>
            <a:headEnd/>
            <a:tailEnd/>
          </a:ln>
        </p:spPr>
        <p:txBody>
          <a:bodyPr>
            <a:prstTxWarp prst="textNoShape">
              <a:avLst/>
            </a:prstTxWarp>
            <a:spAutoFit/>
          </a:bodyPr>
          <a:lstStyle/>
          <a:p>
            <a:pPr marL="342900" indent="-342900"/>
            <a:r>
              <a:rPr lang="en-US" altLang="ko-KR" sz="2400">
                <a:solidFill>
                  <a:schemeClr val="tx1"/>
                </a:solidFill>
                <a:latin typeface="Times New Roman" pitchFamily="-28" charset="0"/>
              </a:rPr>
              <a:t>Classical correlation</a:t>
            </a:r>
            <a:endParaRPr lang="en-US" sz="2400">
              <a:solidFill>
                <a:schemeClr val="tx1"/>
              </a:solidFill>
              <a:latin typeface="Times New Roman" pitchFamily="-28" charset="0"/>
            </a:endParaRPr>
          </a:p>
        </p:txBody>
      </p:sp>
      <p:graphicFrame>
        <p:nvGraphicFramePr>
          <p:cNvPr id="54275" name="Object 3"/>
          <p:cNvGraphicFramePr>
            <a:graphicFrameLocks noChangeAspect="1"/>
          </p:cNvGraphicFramePr>
          <p:nvPr/>
        </p:nvGraphicFramePr>
        <p:xfrm>
          <a:off x="2224088" y="2609850"/>
          <a:ext cx="4694237" cy="885825"/>
        </p:xfrm>
        <a:graphic>
          <a:graphicData uri="http://schemas.openxmlformats.org/presentationml/2006/ole">
            <p:oleObj spid="_x0000_s54275" name="Equation" r:id="rId4" imgW="2019300" imgH="381000" progId="Equation.3">
              <p:embed/>
            </p:oleObj>
          </a:graphicData>
        </a:graphic>
      </p:graphicFrame>
      <p:sp>
        <p:nvSpPr>
          <p:cNvPr id="54278" name="Rectangle 31"/>
          <p:cNvSpPr>
            <a:spLocks noChangeArrowheads="1"/>
          </p:cNvSpPr>
          <p:nvPr/>
        </p:nvSpPr>
        <p:spPr bwMode="auto">
          <a:xfrm>
            <a:off x="685800" y="1920875"/>
            <a:ext cx="4500563" cy="457200"/>
          </a:xfrm>
          <a:prstGeom prst="rect">
            <a:avLst/>
          </a:prstGeom>
          <a:noFill/>
          <a:ln w="22225">
            <a:noFill/>
            <a:miter lim="800000"/>
            <a:headEnd/>
            <a:tailEnd/>
          </a:ln>
        </p:spPr>
        <p:txBody>
          <a:bodyPr>
            <a:prstTxWarp prst="textNoShape">
              <a:avLst/>
            </a:prstTxWarp>
            <a:spAutoFit/>
          </a:bodyPr>
          <a:lstStyle/>
          <a:p>
            <a:pPr marL="342900" indent="-342900"/>
            <a:r>
              <a:rPr lang="en-US" altLang="ko-KR" sz="2400">
                <a:solidFill>
                  <a:schemeClr val="tx1"/>
                </a:solidFill>
                <a:latin typeface="Times New Roman" pitchFamily="-28" charset="0"/>
              </a:rPr>
              <a:t>Entanglement</a:t>
            </a:r>
            <a:endParaRPr lang="en-US" sz="2400">
              <a:solidFill>
                <a:schemeClr val="tx1"/>
              </a:solidFill>
              <a:latin typeface="Times New Roman" pitchFamily="-2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301" name="Rectangle 2"/>
          <p:cNvSpPr>
            <a:spLocks noGrp="1"/>
          </p:cNvSpPr>
          <p:nvPr>
            <p:ph type="title"/>
          </p:nvPr>
        </p:nvSpPr>
        <p:spPr>
          <a:xfrm>
            <a:off x="468313" y="333375"/>
            <a:ext cx="8229600" cy="1143000"/>
          </a:xfrm>
        </p:spPr>
        <p:txBody>
          <a:bodyPr/>
          <a:lstStyle/>
          <a:p>
            <a:r>
              <a:rPr lang="en-US" altLang="ko-KR" b="1">
                <a:solidFill>
                  <a:schemeClr val="accent2"/>
                </a:solidFill>
                <a:ea typeface="굴림" pitchFamily="-28" charset="-127"/>
                <a:cs typeface="굴림" pitchFamily="-28" charset="-127"/>
              </a:rPr>
              <a:t>Partial trace</a:t>
            </a:r>
          </a:p>
        </p:txBody>
      </p:sp>
      <p:sp>
        <p:nvSpPr>
          <p:cNvPr id="55302" name="Rectangle 3"/>
          <p:cNvSpPr>
            <a:spLocks noGrp="1"/>
          </p:cNvSpPr>
          <p:nvPr>
            <p:ph type="body" sz="half" idx="1"/>
          </p:nvPr>
        </p:nvSpPr>
        <p:spPr>
          <a:xfrm>
            <a:off x="457200" y="1600200"/>
            <a:ext cx="7931150" cy="4525963"/>
          </a:xfrm>
        </p:spPr>
        <p:txBody>
          <a:bodyPr/>
          <a:lstStyle/>
          <a:p>
            <a:r>
              <a:rPr lang="en-US" altLang="ko-KR" sz="2800">
                <a:ea typeface="굴림" pitchFamily="-28" charset="-127"/>
                <a:cs typeface="굴림" pitchFamily="-28" charset="-127"/>
              </a:rPr>
              <a:t>When we are interested in only the subsystem 1 of the total state       :</a:t>
            </a:r>
          </a:p>
          <a:p>
            <a:endParaRPr lang="en-US" altLang="ko-KR" sz="2800">
              <a:ea typeface="굴림" pitchFamily="-28" charset="-127"/>
              <a:cs typeface="굴림" pitchFamily="-28" charset="-127"/>
            </a:endParaRPr>
          </a:p>
          <a:p>
            <a:endParaRPr lang="en-US" altLang="ko-KR" sz="2800">
              <a:ea typeface="굴림" pitchFamily="-28" charset="-127"/>
              <a:cs typeface="굴림" pitchFamily="-28" charset="-127"/>
            </a:endParaRPr>
          </a:p>
          <a:p>
            <a:r>
              <a:rPr lang="en-US" altLang="ko-KR" sz="2800">
                <a:ea typeface="굴림" pitchFamily="-28" charset="-127"/>
                <a:cs typeface="굴림" pitchFamily="-28" charset="-127"/>
              </a:rPr>
              <a:t>     is called “partial density matrix” or “marginal density matrix”.</a:t>
            </a:r>
          </a:p>
        </p:txBody>
      </p:sp>
      <p:graphicFrame>
        <p:nvGraphicFramePr>
          <p:cNvPr id="55298" name="Object 2"/>
          <p:cNvGraphicFramePr>
            <a:graphicFrameLocks noChangeAspect="1"/>
          </p:cNvGraphicFramePr>
          <p:nvPr>
            <p:ph sz="quarter" idx="2"/>
          </p:nvPr>
        </p:nvGraphicFramePr>
        <p:xfrm>
          <a:off x="2916238" y="2636838"/>
          <a:ext cx="2663825" cy="696912"/>
        </p:xfrm>
        <a:graphic>
          <a:graphicData uri="http://schemas.openxmlformats.org/presentationml/2006/ole">
            <p:oleObj spid="_x0000_s55298" name="Equation" r:id="rId3" imgW="825480" imgH="215640" progId="Equation.3">
              <p:embed/>
            </p:oleObj>
          </a:graphicData>
        </a:graphic>
      </p:graphicFrame>
      <p:graphicFrame>
        <p:nvGraphicFramePr>
          <p:cNvPr id="55299" name="Object 3"/>
          <p:cNvGraphicFramePr>
            <a:graphicFrameLocks noChangeAspect="1"/>
          </p:cNvGraphicFramePr>
          <p:nvPr>
            <p:ph sz="quarter" idx="3"/>
          </p:nvPr>
        </p:nvGraphicFramePr>
        <p:xfrm>
          <a:off x="3779838" y="1989138"/>
          <a:ext cx="576262" cy="542925"/>
        </p:xfrm>
        <a:graphic>
          <a:graphicData uri="http://schemas.openxmlformats.org/presentationml/2006/ole">
            <p:oleObj spid="_x0000_s55299" name="Equation" r:id="rId4" imgW="228600" imgH="215640" progId="Equation.3">
              <p:embed/>
            </p:oleObj>
          </a:graphicData>
        </a:graphic>
      </p:graphicFrame>
      <p:graphicFrame>
        <p:nvGraphicFramePr>
          <p:cNvPr id="55300" name="Object 4"/>
          <p:cNvGraphicFramePr>
            <a:graphicFrameLocks noChangeAspect="1"/>
          </p:cNvGraphicFramePr>
          <p:nvPr/>
        </p:nvGraphicFramePr>
        <p:xfrm>
          <a:off x="841375" y="3573463"/>
          <a:ext cx="414338" cy="503237"/>
        </p:xfrm>
        <a:graphic>
          <a:graphicData uri="http://schemas.openxmlformats.org/presentationml/2006/ole">
            <p:oleObj spid="_x0000_s55300" name="Equation" r:id="rId5" imgW="177480" imgH="215640" progId="Equation.3">
              <p:embed/>
            </p:oleObj>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2"/>
          <p:cNvSpPr>
            <a:spLocks noGrp="1"/>
          </p:cNvSpPr>
          <p:nvPr>
            <p:ph type="title"/>
          </p:nvPr>
        </p:nvSpPr>
        <p:spPr>
          <a:xfrm>
            <a:off x="468313" y="519113"/>
            <a:ext cx="8229600" cy="1143000"/>
          </a:xfrm>
        </p:spPr>
        <p:txBody>
          <a:bodyPr/>
          <a:lstStyle/>
          <a:p>
            <a:r>
              <a:rPr lang="en-US" altLang="ko-KR" sz="4000" b="1">
                <a:solidFill>
                  <a:schemeClr val="accent2"/>
                </a:solidFill>
                <a:ea typeface="굴림" pitchFamily="-28" charset="-127"/>
                <a:cs typeface="굴림" pitchFamily="-28" charset="-127"/>
              </a:rPr>
              <a:t>Degree of entanglement</a:t>
            </a:r>
            <a:br>
              <a:rPr lang="en-US" altLang="ko-KR" sz="4000" b="1">
                <a:solidFill>
                  <a:schemeClr val="accent2"/>
                </a:solidFill>
                <a:ea typeface="굴림" pitchFamily="-28" charset="-127"/>
                <a:cs typeface="굴림" pitchFamily="-28" charset="-127"/>
              </a:rPr>
            </a:br>
            <a:r>
              <a:rPr lang="en-US" altLang="ko-KR" sz="4000" b="1">
                <a:solidFill>
                  <a:schemeClr val="accent2"/>
                </a:solidFill>
                <a:ea typeface="굴림" pitchFamily="-28" charset="-127"/>
                <a:cs typeface="굴림" pitchFamily="-28" charset="-127"/>
              </a:rPr>
              <a:t>(</a:t>
            </a:r>
            <a:r>
              <a:rPr lang="en-US" altLang="ko-KR" sz="3200" b="1">
                <a:solidFill>
                  <a:schemeClr val="accent2"/>
                </a:solidFill>
                <a:ea typeface="굴림" pitchFamily="-28" charset="-127"/>
                <a:cs typeface="굴림" pitchFamily="-28" charset="-127"/>
              </a:rPr>
              <a:t>for pure states</a:t>
            </a:r>
            <a:r>
              <a:rPr lang="en-US" altLang="ko-KR" sz="4000" b="1">
                <a:solidFill>
                  <a:schemeClr val="accent2"/>
                </a:solidFill>
                <a:ea typeface="굴림" pitchFamily="-28" charset="-127"/>
                <a:cs typeface="굴림" pitchFamily="-28" charset="-127"/>
              </a:rPr>
              <a:t>)</a:t>
            </a:r>
          </a:p>
        </p:txBody>
      </p:sp>
      <p:sp>
        <p:nvSpPr>
          <p:cNvPr id="56323" name="Rectangle 3"/>
          <p:cNvSpPr>
            <a:spLocks noGrp="1"/>
          </p:cNvSpPr>
          <p:nvPr>
            <p:ph type="body" idx="1"/>
          </p:nvPr>
        </p:nvSpPr>
        <p:spPr>
          <a:xfrm>
            <a:off x="468313" y="1916113"/>
            <a:ext cx="8229600" cy="4525962"/>
          </a:xfrm>
        </p:spPr>
        <p:txBody>
          <a:bodyPr/>
          <a:lstStyle/>
          <a:p>
            <a:r>
              <a:rPr lang="en-US" altLang="ko-KR">
                <a:ea typeface="굴림" pitchFamily="-28" charset="-127"/>
                <a:cs typeface="굴림" pitchFamily="-28" charset="-127"/>
              </a:rPr>
              <a:t>Von Neumann entropy of the partial density operator</a:t>
            </a:r>
          </a:p>
        </p:txBody>
      </p:sp>
      <p:pic>
        <p:nvPicPr>
          <p:cNvPr id="56324" name="Picture 4"/>
          <p:cNvPicPr>
            <a:picLocks noChangeAspect="1" noChangeArrowheads="1"/>
          </p:cNvPicPr>
          <p:nvPr/>
        </p:nvPicPr>
        <p:blipFill>
          <a:blip r:embed="rId2"/>
          <a:srcRect/>
          <a:stretch>
            <a:fillRect/>
          </a:stretch>
        </p:blipFill>
        <p:spPr bwMode="auto">
          <a:xfrm>
            <a:off x="684213" y="3429000"/>
            <a:ext cx="7632700" cy="601663"/>
          </a:xfrm>
          <a:prstGeom prst="rect">
            <a:avLst/>
          </a:prstGeom>
          <a:noFill/>
          <a:ln w="12700">
            <a:noFill/>
            <a:miter lim="800000"/>
            <a:headEnd type="none" w="lg" len="lg"/>
            <a:tailEnd type="none" w="lg" len="lg"/>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7" name="Rectangle 2"/>
          <p:cNvSpPr>
            <a:spLocks noGrp="1"/>
          </p:cNvSpPr>
          <p:nvPr>
            <p:ph type="title"/>
          </p:nvPr>
        </p:nvSpPr>
        <p:spPr>
          <a:xfrm>
            <a:off x="468313" y="404813"/>
            <a:ext cx="8229600" cy="1143000"/>
          </a:xfrm>
        </p:spPr>
        <p:txBody>
          <a:bodyPr/>
          <a:lstStyle/>
          <a:p>
            <a:r>
              <a:rPr lang="en-US" altLang="ko-KR" sz="4000" b="1">
                <a:solidFill>
                  <a:schemeClr val="accent2"/>
                </a:solidFill>
                <a:ea typeface="굴림" pitchFamily="-28" charset="-127"/>
                <a:cs typeface="굴림" pitchFamily="-28" charset="-127"/>
              </a:rPr>
              <a:t>Proper and improper mixtures</a:t>
            </a:r>
            <a:br>
              <a:rPr lang="en-US" altLang="ko-KR" sz="4000" b="1">
                <a:solidFill>
                  <a:schemeClr val="accent2"/>
                </a:solidFill>
                <a:ea typeface="굴림" pitchFamily="-28" charset="-127"/>
                <a:cs typeface="굴림" pitchFamily="-28" charset="-127"/>
              </a:rPr>
            </a:br>
            <a:r>
              <a:rPr lang="en-US" altLang="ko-KR" sz="2800" b="1">
                <a:solidFill>
                  <a:schemeClr val="accent2"/>
                </a:solidFill>
                <a:ea typeface="굴림" pitchFamily="-28" charset="-127"/>
                <a:cs typeface="굴림" pitchFamily="-28" charset="-127"/>
              </a:rPr>
              <a:t>(termed by d'Espagnat)</a:t>
            </a:r>
          </a:p>
        </p:txBody>
      </p:sp>
      <p:sp>
        <p:nvSpPr>
          <p:cNvPr id="57348" name="Rectangle 3"/>
          <p:cNvSpPr>
            <a:spLocks noGrp="1"/>
          </p:cNvSpPr>
          <p:nvPr>
            <p:ph type="body" sz="half" idx="1"/>
          </p:nvPr>
        </p:nvSpPr>
        <p:spPr>
          <a:xfrm>
            <a:off x="611188" y="3141663"/>
            <a:ext cx="8002587" cy="2913062"/>
          </a:xfrm>
        </p:spPr>
        <p:txBody>
          <a:bodyPr/>
          <a:lstStyle/>
          <a:p>
            <a:r>
              <a:rPr lang="en-US" altLang="ko-KR" sz="2400">
                <a:ea typeface="굴림" pitchFamily="-28" charset="-127"/>
                <a:cs typeface="굴림" pitchFamily="-28" charset="-127"/>
              </a:rPr>
              <a:t>Proper mixture: A single system is in one of the pure states, but we do not know which (“ignorance” mixture).</a:t>
            </a:r>
          </a:p>
          <a:p>
            <a:r>
              <a:rPr lang="en-US" altLang="ko-KR" sz="2400">
                <a:ea typeface="굴림" pitchFamily="-28" charset="-127"/>
                <a:cs typeface="굴림" pitchFamily="-28" charset="-127"/>
              </a:rPr>
              <a:t>Improper mixture: The result of a trace reduction of a composite system (E.g. a subensemble of an entangled state).</a:t>
            </a:r>
          </a:p>
        </p:txBody>
      </p:sp>
      <p:graphicFrame>
        <p:nvGraphicFramePr>
          <p:cNvPr id="57346" name="Object 2"/>
          <p:cNvGraphicFramePr>
            <a:graphicFrameLocks noChangeAspect="1"/>
          </p:cNvGraphicFramePr>
          <p:nvPr>
            <p:ph sz="half" idx="2"/>
          </p:nvPr>
        </p:nvGraphicFramePr>
        <p:xfrm>
          <a:off x="827088" y="1916113"/>
          <a:ext cx="7200900" cy="660400"/>
        </p:xfrm>
        <a:graphic>
          <a:graphicData uri="http://schemas.openxmlformats.org/presentationml/2006/ole">
            <p:oleObj spid="_x0000_s57346" name="Microsoft Equation 3.0" r:id="rId3" imgW="2768400" imgH="253800" progId="Equation.3">
              <p:embed/>
            </p:oleObj>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2" name="Rectangle 2"/>
          <p:cNvSpPr>
            <a:spLocks noGrp="1"/>
          </p:cNvSpPr>
          <p:nvPr>
            <p:ph type="title"/>
          </p:nvPr>
        </p:nvSpPr>
        <p:spPr>
          <a:xfrm>
            <a:off x="457200" y="274638"/>
            <a:ext cx="8229600" cy="1143000"/>
          </a:xfrm>
        </p:spPr>
        <p:txBody>
          <a:bodyPr/>
          <a:lstStyle/>
          <a:p>
            <a:r>
              <a:rPr lang="en-US" altLang="ko-KR" sz="4000" b="1">
                <a:solidFill>
                  <a:schemeClr val="accent2"/>
                </a:solidFill>
                <a:ea typeface="굴림" pitchFamily="-28" charset="-127"/>
                <a:cs typeface="굴림" pitchFamily="-28" charset="-127"/>
              </a:rPr>
              <a:t>Commutation relations</a:t>
            </a:r>
          </a:p>
        </p:txBody>
      </p:sp>
      <p:sp>
        <p:nvSpPr>
          <p:cNvPr id="58373" name="Rectangle 3"/>
          <p:cNvSpPr>
            <a:spLocks noGrp="1"/>
          </p:cNvSpPr>
          <p:nvPr>
            <p:ph type="body" sz="half" idx="1"/>
          </p:nvPr>
        </p:nvSpPr>
        <p:spPr>
          <a:xfrm>
            <a:off x="1331913" y="2565400"/>
            <a:ext cx="6562725" cy="1401763"/>
          </a:xfrm>
        </p:spPr>
        <p:txBody>
          <a:bodyPr/>
          <a:lstStyle/>
          <a:p>
            <a:r>
              <a:rPr lang="en-US" altLang="ko-KR" sz="2800">
                <a:ea typeface="굴림" pitchFamily="-28" charset="-127"/>
                <a:cs typeface="굴림" pitchFamily="-28" charset="-127"/>
              </a:rPr>
              <a:t>Non-commuting observables cannot have simultaneous eigenvectors.</a:t>
            </a:r>
          </a:p>
        </p:txBody>
      </p:sp>
      <p:graphicFrame>
        <p:nvGraphicFramePr>
          <p:cNvPr id="58370" name="Object 2"/>
          <p:cNvGraphicFramePr>
            <a:graphicFrameLocks noChangeAspect="1"/>
          </p:cNvGraphicFramePr>
          <p:nvPr/>
        </p:nvGraphicFramePr>
        <p:xfrm>
          <a:off x="1763713" y="4005263"/>
          <a:ext cx="5329237" cy="889000"/>
        </p:xfrm>
        <a:graphic>
          <a:graphicData uri="http://schemas.openxmlformats.org/presentationml/2006/ole">
            <p:oleObj spid="_x0000_s58370" name="Equation" r:id="rId3" imgW="1371600" imgH="228600" progId="Equation.3">
              <p:embed/>
            </p:oleObj>
          </a:graphicData>
        </a:graphic>
      </p:graphicFrame>
      <p:graphicFrame>
        <p:nvGraphicFramePr>
          <p:cNvPr id="58371" name="Object 3"/>
          <p:cNvGraphicFramePr>
            <a:graphicFrameLocks noChangeAspect="1"/>
          </p:cNvGraphicFramePr>
          <p:nvPr>
            <p:ph sz="half" idx="2"/>
          </p:nvPr>
        </p:nvGraphicFramePr>
        <p:xfrm>
          <a:off x="1763713" y="1628775"/>
          <a:ext cx="5329237" cy="869950"/>
        </p:xfrm>
        <a:graphic>
          <a:graphicData uri="http://schemas.openxmlformats.org/presentationml/2006/ole">
            <p:oleObj spid="_x0000_s58371" name="Equation" r:id="rId4" imgW="1244520" imgH="203040" progId="Equation.3">
              <p:embed/>
            </p:oleObj>
          </a:graphicData>
        </a:graphic>
      </p:graphicFrame>
      <p:pic>
        <p:nvPicPr>
          <p:cNvPr id="58374" name="Picture 12" descr="e8db1e74f8be18da22eb2c2063cc5ebd"/>
          <p:cNvPicPr>
            <a:picLocks noChangeAspect="1" noChangeArrowheads="1"/>
          </p:cNvPicPr>
          <p:nvPr/>
        </p:nvPicPr>
        <p:blipFill>
          <a:blip r:embed="rId5"/>
          <a:srcRect/>
          <a:stretch>
            <a:fillRect/>
          </a:stretch>
        </p:blipFill>
        <p:spPr bwMode="auto">
          <a:xfrm>
            <a:off x="2843213" y="5013325"/>
            <a:ext cx="3457575" cy="1339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59394" name="Object 2"/>
          <p:cNvGraphicFramePr>
            <a:graphicFrameLocks noChangeAspect="1"/>
          </p:cNvGraphicFramePr>
          <p:nvPr>
            <p:ph sz="quarter" idx="1"/>
          </p:nvPr>
        </p:nvGraphicFramePr>
        <p:xfrm>
          <a:off x="2346325" y="1685925"/>
          <a:ext cx="255588" cy="279400"/>
        </p:xfrm>
        <a:graphic>
          <a:graphicData uri="http://schemas.openxmlformats.org/presentationml/2006/ole">
            <p:oleObj spid="_x0000_s59394" name="Equation" r:id="rId3" imgW="241200" imgH="253800" progId="Equation.3">
              <p:embed/>
            </p:oleObj>
          </a:graphicData>
        </a:graphic>
      </p:graphicFrame>
      <p:graphicFrame>
        <p:nvGraphicFramePr>
          <p:cNvPr id="59395" name="Object 3"/>
          <p:cNvGraphicFramePr>
            <a:graphicFrameLocks noChangeAspect="1"/>
          </p:cNvGraphicFramePr>
          <p:nvPr>
            <p:ph sz="quarter" idx="2"/>
          </p:nvPr>
        </p:nvGraphicFramePr>
        <p:xfrm>
          <a:off x="5943600" y="1700213"/>
          <a:ext cx="1452563" cy="252412"/>
        </p:xfrm>
        <a:graphic>
          <a:graphicData uri="http://schemas.openxmlformats.org/presentationml/2006/ole">
            <p:oleObj spid="_x0000_s59395" name="Equation" r:id="rId4" imgW="1371600" imgH="228600" progId="Equation.3">
              <p:embed/>
            </p:oleObj>
          </a:graphicData>
        </a:graphic>
      </p:graphicFrame>
      <p:graphicFrame>
        <p:nvGraphicFramePr>
          <p:cNvPr id="59396" name="Object 4"/>
          <p:cNvGraphicFramePr>
            <a:graphicFrameLocks noChangeAspect="1"/>
          </p:cNvGraphicFramePr>
          <p:nvPr>
            <p:ph sz="quarter" idx="3"/>
          </p:nvPr>
        </p:nvGraphicFramePr>
        <p:xfrm>
          <a:off x="2346325" y="4033838"/>
          <a:ext cx="255588" cy="279400"/>
        </p:xfrm>
        <a:graphic>
          <a:graphicData uri="http://schemas.openxmlformats.org/presentationml/2006/ole">
            <p:oleObj spid="_x0000_s59396" name="Equation" r:id="rId5" imgW="241200" imgH="253800" progId="Equation.3">
              <p:embed/>
            </p:oleObj>
          </a:graphicData>
        </a:graphic>
      </p:graphicFrame>
      <p:pic>
        <p:nvPicPr>
          <p:cNvPr id="59398" name="Picture 5"/>
          <p:cNvPicPr>
            <a:picLocks noChangeAspect="1" noChangeArrowheads="1"/>
          </p:cNvPicPr>
          <p:nvPr/>
        </p:nvPicPr>
        <p:blipFill>
          <a:blip r:embed="rId6"/>
          <a:srcRect/>
          <a:stretch>
            <a:fillRect/>
          </a:stretch>
        </p:blipFill>
        <p:spPr bwMode="auto">
          <a:xfrm>
            <a:off x="1258888" y="1628775"/>
            <a:ext cx="6264275" cy="4149725"/>
          </a:xfrm>
          <a:prstGeom prst="rect">
            <a:avLst/>
          </a:prstGeom>
          <a:noFill/>
          <a:ln w="12700">
            <a:noFill/>
            <a:miter lim="800000"/>
            <a:headEnd type="none" w="lg" len="lg"/>
            <a:tailEnd type="none" w="lg" len="lg"/>
          </a:ln>
        </p:spPr>
      </p:pic>
      <p:sp>
        <p:nvSpPr>
          <p:cNvPr id="59399" name="Rectangle 6"/>
          <p:cNvSpPr>
            <a:spLocks noChangeArrowheads="1"/>
          </p:cNvSpPr>
          <p:nvPr/>
        </p:nvSpPr>
        <p:spPr bwMode="auto">
          <a:xfrm>
            <a:off x="4067175" y="1341438"/>
            <a:ext cx="946150"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i="1">
                <a:solidFill>
                  <a:srgbClr val="FF0000"/>
                </a:solidFill>
                <a:latin typeface="Times New Roman" pitchFamily="-28" charset="0"/>
              </a:rPr>
              <a:t>Adding</a:t>
            </a:r>
          </a:p>
        </p:txBody>
      </p:sp>
      <p:pic>
        <p:nvPicPr>
          <p:cNvPr id="59400" name="Picture 7"/>
          <p:cNvPicPr>
            <a:picLocks noChangeAspect="1" noChangeArrowheads="1"/>
          </p:cNvPicPr>
          <p:nvPr/>
        </p:nvPicPr>
        <p:blipFill>
          <a:blip r:embed="rId7"/>
          <a:srcRect/>
          <a:stretch>
            <a:fillRect/>
          </a:stretch>
        </p:blipFill>
        <p:spPr bwMode="auto">
          <a:xfrm flipV="1">
            <a:off x="5364163" y="4365625"/>
            <a:ext cx="1223962" cy="611188"/>
          </a:xfrm>
          <a:prstGeom prst="rect">
            <a:avLst/>
          </a:prstGeom>
          <a:noFill/>
          <a:ln w="12700">
            <a:noFill/>
            <a:miter lim="800000"/>
            <a:headEnd type="none" w="lg" len="lg"/>
            <a:tailEnd type="none" w="lg" len="lg"/>
          </a:ln>
        </p:spPr>
      </p:pic>
      <p:pic>
        <p:nvPicPr>
          <p:cNvPr id="59401" name="Picture 8"/>
          <p:cNvPicPr>
            <a:picLocks noChangeAspect="1" noChangeArrowheads="1"/>
          </p:cNvPicPr>
          <p:nvPr/>
        </p:nvPicPr>
        <p:blipFill>
          <a:blip r:embed="rId7"/>
          <a:srcRect/>
          <a:stretch>
            <a:fillRect/>
          </a:stretch>
        </p:blipFill>
        <p:spPr bwMode="auto">
          <a:xfrm flipV="1">
            <a:off x="3419475" y="1773238"/>
            <a:ext cx="719138" cy="287337"/>
          </a:xfrm>
          <a:prstGeom prst="rect">
            <a:avLst/>
          </a:prstGeom>
          <a:noFill/>
          <a:ln w="12700">
            <a:noFill/>
            <a:miter lim="800000"/>
            <a:headEnd type="none" w="lg" len="lg"/>
            <a:tailEnd type="none" w="lg" len="lg"/>
          </a:ln>
        </p:spPr>
      </p:pic>
      <p:sp>
        <p:nvSpPr>
          <p:cNvPr id="59402" name="Freeform 24"/>
          <p:cNvSpPr>
            <a:spLocks/>
          </p:cNvSpPr>
          <p:nvPr/>
        </p:nvSpPr>
        <p:spPr bwMode="auto">
          <a:xfrm>
            <a:off x="4356100" y="4562475"/>
            <a:ext cx="2305050" cy="1588"/>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sp>
        <p:nvSpPr>
          <p:cNvPr id="59403" name="Freeform 24"/>
          <p:cNvSpPr>
            <a:spLocks/>
          </p:cNvSpPr>
          <p:nvPr/>
        </p:nvSpPr>
        <p:spPr bwMode="auto">
          <a:xfrm>
            <a:off x="6022975" y="4354513"/>
            <a:ext cx="3175" cy="71913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59404" name="Picture 11"/>
          <p:cNvPicPr>
            <a:picLocks noChangeAspect="1" noChangeArrowheads="1"/>
          </p:cNvPicPr>
          <p:nvPr/>
        </p:nvPicPr>
        <p:blipFill>
          <a:blip r:embed="rId7"/>
          <a:srcRect/>
          <a:stretch>
            <a:fillRect/>
          </a:stretch>
        </p:blipFill>
        <p:spPr bwMode="auto">
          <a:xfrm flipV="1">
            <a:off x="4859338" y="2781300"/>
            <a:ext cx="865187" cy="431800"/>
          </a:xfrm>
          <a:prstGeom prst="rect">
            <a:avLst/>
          </a:prstGeom>
          <a:noFill/>
          <a:ln w="12700">
            <a:noFill/>
            <a:miter lim="800000"/>
            <a:headEnd type="none" w="lg" len="lg"/>
            <a:tailEnd type="none" w="lg" len="lg"/>
          </a:ln>
        </p:spPr>
      </p:pic>
      <p:sp>
        <p:nvSpPr>
          <p:cNvPr id="59405" name="Rectangle 12"/>
          <p:cNvSpPr>
            <a:spLocks noChangeArrowheads="1"/>
          </p:cNvSpPr>
          <p:nvPr/>
        </p:nvSpPr>
        <p:spPr bwMode="auto">
          <a:xfrm>
            <a:off x="3348038" y="1341438"/>
            <a:ext cx="2376487" cy="2519362"/>
          </a:xfrm>
          <a:prstGeom prst="rect">
            <a:avLst/>
          </a:prstGeom>
          <a:noFill/>
          <a:ln w="25400">
            <a:solidFill>
              <a:srgbClr val="FF0000"/>
            </a:solidFill>
            <a:miter lim="800000"/>
            <a:headEnd/>
            <a:tailEnd/>
          </a:ln>
        </p:spPr>
        <p:txBody>
          <a:bodyPr>
            <a:prstTxWarp prst="textNoShape">
              <a:avLst/>
            </a:prstTxWarp>
          </a:bodyPr>
          <a:lstStyle/>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None/>
            </a:pPr>
            <a:endParaRPr lang="ko-KR" altLang="en-US" sz="1200" b="0">
              <a:solidFill>
                <a:schemeClr val="tx1"/>
              </a:solidFill>
              <a:latin typeface="Calibri" pitchFamily="-28" charset="0"/>
            </a:endParaRPr>
          </a:p>
        </p:txBody>
      </p:sp>
      <p:graphicFrame>
        <p:nvGraphicFramePr>
          <p:cNvPr id="59397" name="Object 5"/>
          <p:cNvGraphicFramePr>
            <a:graphicFrameLocks noChangeAspect="1"/>
          </p:cNvGraphicFramePr>
          <p:nvPr/>
        </p:nvGraphicFramePr>
        <p:xfrm>
          <a:off x="1093788" y="2493963"/>
          <a:ext cx="376237" cy="503237"/>
        </p:xfrm>
        <a:graphic>
          <a:graphicData uri="http://schemas.openxmlformats.org/presentationml/2006/ole">
            <p:oleObj spid="_x0000_s59397" name="Equation" r:id="rId8" imgW="190440" imgH="253800" progId="Equation.3">
              <p:embed/>
            </p:oleObj>
          </a:graphicData>
        </a:graphic>
      </p:graphicFrame>
      <p:sp>
        <p:nvSpPr>
          <p:cNvPr id="59406" name="Explosion 2 21"/>
          <p:cNvSpPr>
            <a:spLocks noChangeArrowheads="1"/>
          </p:cNvSpPr>
          <p:nvPr/>
        </p:nvSpPr>
        <p:spPr bwMode="auto">
          <a:xfrm>
            <a:off x="6373813" y="5013325"/>
            <a:ext cx="642937" cy="714375"/>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pic>
        <p:nvPicPr>
          <p:cNvPr id="59407" name="Picture 15"/>
          <p:cNvPicPr>
            <a:picLocks noChangeAspect="1" noChangeArrowheads="1"/>
          </p:cNvPicPr>
          <p:nvPr/>
        </p:nvPicPr>
        <p:blipFill>
          <a:blip r:embed="rId7"/>
          <a:srcRect/>
          <a:stretch>
            <a:fillRect/>
          </a:stretch>
        </p:blipFill>
        <p:spPr bwMode="auto">
          <a:xfrm flipV="1">
            <a:off x="6300788" y="4941888"/>
            <a:ext cx="1008062" cy="935037"/>
          </a:xfrm>
          <a:prstGeom prst="rect">
            <a:avLst/>
          </a:prstGeom>
          <a:noFill/>
          <a:ln w="12700">
            <a:noFill/>
            <a:miter lim="800000"/>
            <a:headEnd type="none" w="lg" len="lg"/>
            <a:tailEnd type="none" w="lg" len="lg"/>
          </a:ln>
        </p:spPr>
      </p:pic>
      <p:sp>
        <p:nvSpPr>
          <p:cNvPr id="59408" name="Rectangle 16"/>
          <p:cNvSpPr>
            <a:spLocks noChangeArrowheads="1"/>
          </p:cNvSpPr>
          <p:nvPr/>
        </p:nvSpPr>
        <p:spPr bwMode="auto">
          <a:xfrm>
            <a:off x="7451725" y="4292600"/>
            <a:ext cx="760413"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59409" name="Picture 17"/>
          <p:cNvPicPr>
            <a:picLocks noChangeAspect="1" noChangeArrowheads="1"/>
          </p:cNvPicPr>
          <p:nvPr/>
        </p:nvPicPr>
        <p:blipFill>
          <a:blip r:embed="rId7"/>
          <a:srcRect/>
          <a:stretch>
            <a:fillRect/>
          </a:stretch>
        </p:blipFill>
        <p:spPr bwMode="auto">
          <a:xfrm flipV="1">
            <a:off x="7451725" y="4005263"/>
            <a:ext cx="1008063" cy="1020762"/>
          </a:xfrm>
          <a:prstGeom prst="rect">
            <a:avLst/>
          </a:prstGeom>
          <a:noFill/>
          <a:ln w="12700">
            <a:noFill/>
            <a:miter lim="800000"/>
            <a:headEnd type="none" w="lg" len="lg"/>
            <a:tailEnd type="none" w="lg" len="lg"/>
          </a:ln>
        </p:spPr>
      </p:pic>
      <p:sp>
        <p:nvSpPr>
          <p:cNvPr id="59410" name="Explosion 2 21"/>
          <p:cNvSpPr>
            <a:spLocks noChangeArrowheads="1"/>
          </p:cNvSpPr>
          <p:nvPr/>
        </p:nvSpPr>
        <p:spPr bwMode="auto">
          <a:xfrm>
            <a:off x="7451725" y="4076700"/>
            <a:ext cx="642938" cy="779463"/>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59411" name="Rectangle 19"/>
          <p:cNvSpPr>
            <a:spLocks noChangeArrowheads="1"/>
          </p:cNvSpPr>
          <p:nvPr/>
        </p:nvSpPr>
        <p:spPr bwMode="auto">
          <a:xfrm>
            <a:off x="6373813" y="5229225"/>
            <a:ext cx="760412"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59412" name="Picture 20"/>
          <p:cNvPicPr>
            <a:picLocks noChangeAspect="1" noChangeArrowheads="1"/>
          </p:cNvPicPr>
          <p:nvPr/>
        </p:nvPicPr>
        <p:blipFill>
          <a:blip r:embed="rId7"/>
          <a:srcRect/>
          <a:stretch>
            <a:fillRect/>
          </a:stretch>
        </p:blipFill>
        <p:spPr bwMode="auto">
          <a:xfrm flipV="1">
            <a:off x="7380288" y="3933825"/>
            <a:ext cx="1439862" cy="1101725"/>
          </a:xfrm>
          <a:prstGeom prst="rect">
            <a:avLst/>
          </a:prstGeom>
          <a:noFill/>
          <a:ln w="12700">
            <a:noFill/>
            <a:miter lim="800000"/>
            <a:headEnd type="none" w="lg" len="lg"/>
            <a:tailEnd type="none" w="lg" len="lg"/>
          </a:ln>
        </p:spPr>
      </p:pic>
      <p:pic>
        <p:nvPicPr>
          <p:cNvPr id="59413" name="Picture 21"/>
          <p:cNvPicPr>
            <a:picLocks noChangeAspect="1" noChangeArrowheads="1"/>
          </p:cNvPicPr>
          <p:nvPr/>
        </p:nvPicPr>
        <p:blipFill>
          <a:blip r:embed="rId7"/>
          <a:srcRect/>
          <a:stretch>
            <a:fillRect/>
          </a:stretch>
        </p:blipFill>
        <p:spPr bwMode="auto">
          <a:xfrm flipV="1">
            <a:off x="6372225" y="5157788"/>
            <a:ext cx="1366838" cy="576262"/>
          </a:xfrm>
          <a:prstGeom prst="rect">
            <a:avLst/>
          </a:prstGeom>
          <a:noFill/>
          <a:ln w="12700">
            <a:noFill/>
            <a:miter lim="800000"/>
            <a:headEnd type="none" w="lg" len="lg"/>
            <a:tailEnd type="none" w="lg" len="lg"/>
          </a:ln>
        </p:spPr>
      </p:pic>
      <p:pic>
        <p:nvPicPr>
          <p:cNvPr id="59414" name="Picture 22"/>
          <p:cNvPicPr>
            <a:picLocks noChangeAspect="1" noChangeArrowheads="1"/>
          </p:cNvPicPr>
          <p:nvPr/>
        </p:nvPicPr>
        <p:blipFill>
          <a:blip r:embed="rId7"/>
          <a:srcRect/>
          <a:stretch>
            <a:fillRect/>
          </a:stretch>
        </p:blipFill>
        <p:spPr bwMode="auto">
          <a:xfrm flipV="1">
            <a:off x="3203575" y="1268413"/>
            <a:ext cx="2592388" cy="2952750"/>
          </a:xfrm>
          <a:prstGeom prst="rect">
            <a:avLst/>
          </a:prstGeom>
          <a:noFill/>
          <a:ln w="12700">
            <a:noFill/>
            <a:miter lim="800000"/>
            <a:headEnd type="none" w="lg" len="lg"/>
            <a:tailEnd type="none" w="lg" len="lg"/>
          </a:ln>
        </p:spPr>
      </p:pic>
      <p:sp>
        <p:nvSpPr>
          <p:cNvPr id="59415" name="Freeform 24"/>
          <p:cNvSpPr>
            <a:spLocks/>
          </p:cNvSpPr>
          <p:nvPr/>
        </p:nvSpPr>
        <p:spPr bwMode="auto">
          <a:xfrm>
            <a:off x="2987675" y="2744788"/>
            <a:ext cx="3022600" cy="15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59416" name="Picture 24"/>
          <p:cNvPicPr>
            <a:picLocks noChangeAspect="1" noChangeArrowheads="1"/>
          </p:cNvPicPr>
          <p:nvPr/>
        </p:nvPicPr>
        <p:blipFill>
          <a:blip r:embed="rId7"/>
          <a:srcRect/>
          <a:stretch>
            <a:fillRect/>
          </a:stretch>
        </p:blipFill>
        <p:spPr bwMode="auto">
          <a:xfrm flipV="1">
            <a:off x="6372225" y="1989138"/>
            <a:ext cx="1439863" cy="1101725"/>
          </a:xfrm>
          <a:prstGeom prst="rect">
            <a:avLst/>
          </a:prstGeom>
          <a:noFill/>
          <a:ln w="12700">
            <a:noFill/>
            <a:miter lim="800000"/>
            <a:headEnd type="none" w="lg" len="lg"/>
            <a:tailEnd type="none" w="lg" len="lg"/>
          </a:ln>
        </p:spPr>
      </p:pic>
      <p:pic>
        <p:nvPicPr>
          <p:cNvPr id="59417" name="Picture 25"/>
          <p:cNvPicPr>
            <a:picLocks noChangeAspect="1" noChangeArrowheads="1"/>
          </p:cNvPicPr>
          <p:nvPr/>
        </p:nvPicPr>
        <p:blipFill>
          <a:blip r:embed="rId7"/>
          <a:srcRect/>
          <a:stretch>
            <a:fillRect/>
          </a:stretch>
        </p:blipFill>
        <p:spPr bwMode="auto">
          <a:xfrm flipV="1">
            <a:off x="6038850" y="1644650"/>
            <a:ext cx="936625" cy="1101725"/>
          </a:xfrm>
          <a:prstGeom prst="rect">
            <a:avLst/>
          </a:prstGeom>
          <a:noFill/>
          <a:ln w="12700">
            <a:noFill/>
            <a:miter lim="800000"/>
            <a:headEnd type="none" w="lg" len="lg"/>
            <a:tailEnd type="none" w="lg" len="lg"/>
          </a:ln>
        </p:spPr>
      </p:pic>
      <p:sp>
        <p:nvSpPr>
          <p:cNvPr id="59418" name="Rectangle 26"/>
          <p:cNvSpPr>
            <a:spLocks noChangeArrowheads="1"/>
          </p:cNvSpPr>
          <p:nvPr/>
        </p:nvSpPr>
        <p:spPr bwMode="auto">
          <a:xfrm>
            <a:off x="5651500" y="2278063"/>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59419" name="Rectangle 27"/>
          <p:cNvSpPr>
            <a:spLocks noChangeArrowheads="1"/>
          </p:cNvSpPr>
          <p:nvPr/>
        </p:nvSpPr>
        <p:spPr bwMode="auto">
          <a:xfrm>
            <a:off x="2627313" y="4797425"/>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59420" name="Rectangle 28"/>
          <p:cNvSpPr>
            <a:spLocks noChangeArrowheads="1"/>
          </p:cNvSpPr>
          <p:nvPr/>
        </p:nvSpPr>
        <p:spPr bwMode="auto">
          <a:xfrm>
            <a:off x="2195513" y="2205038"/>
            <a:ext cx="541337"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BS1</a:t>
            </a:r>
          </a:p>
        </p:txBody>
      </p:sp>
      <p:sp>
        <p:nvSpPr>
          <p:cNvPr id="59421" name="Rectangle 29"/>
          <p:cNvSpPr>
            <a:spLocks noGrp="1"/>
          </p:cNvSpPr>
          <p:nvPr>
            <p:ph type="title" sz="quarter"/>
          </p:nvPr>
        </p:nvSpPr>
        <p:spPr>
          <a:xfrm>
            <a:off x="457200" y="274638"/>
            <a:ext cx="8229600" cy="1143000"/>
          </a:xfrm>
          <a:noFill/>
        </p:spPr>
        <p:txBody>
          <a:bodyPr/>
          <a:lstStyle/>
          <a:p>
            <a:r>
              <a:rPr lang="en-US" altLang="ko-KR" sz="4000" b="1">
                <a:solidFill>
                  <a:schemeClr val="accent2"/>
                </a:solidFill>
                <a:ea typeface="굴림" pitchFamily="-28" charset="-127"/>
                <a:cs typeface="굴림" pitchFamily="-28" charset="-127"/>
              </a:rPr>
              <a:t>Modern quantum optics version</a:t>
            </a:r>
          </a:p>
        </p:txBody>
      </p:sp>
      <p:sp>
        <p:nvSpPr>
          <p:cNvPr id="59422" name="Rectangle 30"/>
          <p:cNvSpPr>
            <a:spLocks noChangeArrowheads="1"/>
          </p:cNvSpPr>
          <p:nvPr/>
        </p:nvSpPr>
        <p:spPr bwMode="auto">
          <a:xfrm>
            <a:off x="7451725" y="4292600"/>
            <a:ext cx="760413"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59423" name="Picture 31"/>
          <p:cNvPicPr>
            <a:picLocks noChangeAspect="1" noChangeArrowheads="1"/>
          </p:cNvPicPr>
          <p:nvPr/>
        </p:nvPicPr>
        <p:blipFill>
          <a:blip r:embed="rId7"/>
          <a:srcRect/>
          <a:stretch>
            <a:fillRect/>
          </a:stretch>
        </p:blipFill>
        <p:spPr bwMode="auto">
          <a:xfrm flipV="1">
            <a:off x="7451725" y="4005263"/>
            <a:ext cx="1008063" cy="1020762"/>
          </a:xfrm>
          <a:prstGeom prst="rect">
            <a:avLst/>
          </a:prstGeom>
          <a:noFill/>
          <a:ln w="12700">
            <a:noFill/>
            <a:miter lim="800000"/>
            <a:headEnd type="none" w="lg" len="lg"/>
            <a:tailEnd type="none" w="lg" len="lg"/>
          </a:ln>
        </p:spPr>
      </p:pic>
      <p:sp>
        <p:nvSpPr>
          <p:cNvPr id="3" name="Explosion 2 21"/>
          <p:cNvSpPr>
            <a:spLocks noChangeArrowheads="1"/>
          </p:cNvSpPr>
          <p:nvPr/>
        </p:nvSpPr>
        <p:spPr bwMode="auto">
          <a:xfrm>
            <a:off x="7380288" y="3933825"/>
            <a:ext cx="642937" cy="720725"/>
          </a:xfrm>
          <a:prstGeom prst="irregularSeal2">
            <a:avLst/>
          </a:prstGeom>
          <a:solidFill>
            <a:srgbClr val="FFFF00"/>
          </a:solidFill>
          <a:ln w="25400">
            <a:solidFill>
              <a:srgbClr val="385D8A"/>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59425" name="Rectangle 34"/>
          <p:cNvSpPr>
            <a:spLocks noChangeArrowheads="1"/>
          </p:cNvSpPr>
          <p:nvPr/>
        </p:nvSpPr>
        <p:spPr bwMode="auto">
          <a:xfrm>
            <a:off x="6300788" y="5837238"/>
            <a:ext cx="760412"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59426" name="Picture 35"/>
          <p:cNvPicPr>
            <a:picLocks noChangeAspect="1" noChangeArrowheads="1"/>
          </p:cNvPicPr>
          <p:nvPr/>
        </p:nvPicPr>
        <p:blipFill>
          <a:blip r:embed="rId7"/>
          <a:srcRect/>
          <a:stretch>
            <a:fillRect/>
          </a:stretch>
        </p:blipFill>
        <p:spPr bwMode="auto">
          <a:xfrm flipV="1">
            <a:off x="6300788" y="5549900"/>
            <a:ext cx="1008062" cy="1020763"/>
          </a:xfrm>
          <a:prstGeom prst="rect">
            <a:avLst/>
          </a:prstGeom>
          <a:noFill/>
          <a:ln w="12700">
            <a:noFill/>
            <a:miter lim="800000"/>
            <a:headEnd type="none" w="lg" len="lg"/>
            <a:tailEnd type="none" w="lg" len="lg"/>
          </a:ln>
        </p:spPr>
      </p:pic>
      <p:sp>
        <p:nvSpPr>
          <p:cNvPr id="4" name="Explosion 2 21"/>
          <p:cNvSpPr>
            <a:spLocks noChangeArrowheads="1"/>
          </p:cNvSpPr>
          <p:nvPr/>
        </p:nvSpPr>
        <p:spPr bwMode="auto">
          <a:xfrm>
            <a:off x="6229350" y="5478463"/>
            <a:ext cx="642938" cy="720725"/>
          </a:xfrm>
          <a:prstGeom prst="irregularSeal2">
            <a:avLst/>
          </a:prstGeom>
          <a:solidFill>
            <a:srgbClr val="FFFF00"/>
          </a:solidFill>
          <a:ln w="25400">
            <a:solidFill>
              <a:srgbClr val="385D8A"/>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pic>
        <p:nvPicPr>
          <p:cNvPr id="59428" name="Picture 38"/>
          <p:cNvPicPr>
            <a:picLocks noChangeAspect="1" noChangeArrowheads="1"/>
          </p:cNvPicPr>
          <p:nvPr/>
        </p:nvPicPr>
        <p:blipFill>
          <a:blip r:embed="rId7"/>
          <a:srcRect/>
          <a:stretch>
            <a:fillRect/>
          </a:stretch>
        </p:blipFill>
        <p:spPr bwMode="auto">
          <a:xfrm flipV="1">
            <a:off x="6059488" y="2693988"/>
            <a:ext cx="1439862" cy="71437"/>
          </a:xfrm>
          <a:prstGeom prst="rect">
            <a:avLst/>
          </a:prstGeom>
          <a:noFill/>
          <a:ln w="12700">
            <a:noFill/>
            <a:miter lim="800000"/>
            <a:headEnd type="none" w="lg" len="lg"/>
            <a:tailEnd type="none" w="lg" len="lg"/>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grpId="0" nodeType="clickEffect">
                                  <p:stCondLst>
                                    <p:cond delay="0"/>
                                  </p:stCondLst>
                                  <p:childTnLst>
                                    <p:set>
                                      <p:cBhvr>
                                        <p:cTn id="6" dur="1000">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1" presetClass="entr" presetSubtype="0" fill="hold" grpId="0" nodeType="clickEffect">
                                  <p:stCondLst>
                                    <p:cond delay="0"/>
                                  </p:stCondLst>
                                  <p:childTnLst>
                                    <p:set>
                                      <p:cBhvr>
                                        <p:cTn id="10" dur="1000">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1" presetClass="entr" presetSubtype="0" fill="hold" grpId="1" nodeType="clickEffect">
                                  <p:stCondLst>
                                    <p:cond delay="0"/>
                                  </p:stCondLst>
                                  <p:childTnLst>
                                    <p:set>
                                      <p:cBhvr>
                                        <p:cTn id="14" dur="1000">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1" presetClass="entr" presetSubtype="0" fill="hold" grpId="1" nodeType="clickEffect">
                                  <p:stCondLst>
                                    <p:cond delay="0"/>
                                  </p:stCondLst>
                                  <p:childTnLst>
                                    <p:set>
                                      <p:cBhvr>
                                        <p:cTn id="18" dur="1000">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1" presetClass="entr" presetSubtype="0" fill="hold" grpId="2" nodeType="clickEffect">
                                  <p:stCondLst>
                                    <p:cond delay="0"/>
                                  </p:stCondLst>
                                  <p:childTnLst>
                                    <p:set>
                                      <p:cBhvr>
                                        <p:cTn id="22" dur="1000">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1" presetClass="entr" presetSubtype="0" fill="hold" grpId="2" nodeType="clickEffect">
                                  <p:stCondLst>
                                    <p:cond delay="0"/>
                                  </p:stCondLst>
                                  <p:childTnLst>
                                    <p:set>
                                      <p:cBhvr>
                                        <p:cTn id="26" dur="1000">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4" grpId="0" animBg="1"/>
      <p:bldP spid="4" grpId="1" animBg="1"/>
      <p:bldP spid="4" grpId="2" animBg="1"/>
    </p:bld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22" name="Rectangle 2"/>
          <p:cNvSpPr>
            <a:spLocks noGrp="1"/>
          </p:cNvSpPr>
          <p:nvPr>
            <p:ph type="title" sz="quarter"/>
          </p:nvPr>
        </p:nvSpPr>
        <p:spPr>
          <a:xfrm>
            <a:off x="457200" y="274638"/>
            <a:ext cx="8229600" cy="1143000"/>
          </a:xfrm>
        </p:spPr>
        <p:txBody>
          <a:bodyPr/>
          <a:lstStyle/>
          <a:p>
            <a:r>
              <a:rPr lang="en-US" altLang="ko-KR" sz="4000" b="1">
                <a:solidFill>
                  <a:schemeClr val="accent2"/>
                </a:solidFill>
                <a:ea typeface="굴림" pitchFamily="-28" charset="-127"/>
                <a:cs typeface="굴림" pitchFamily="-28" charset="-127"/>
              </a:rPr>
              <a:t>Modern quantum optics version</a:t>
            </a:r>
          </a:p>
        </p:txBody>
      </p:sp>
      <p:graphicFrame>
        <p:nvGraphicFramePr>
          <p:cNvPr id="60418" name="Object 2"/>
          <p:cNvGraphicFramePr>
            <a:graphicFrameLocks noChangeAspect="1"/>
          </p:cNvGraphicFramePr>
          <p:nvPr>
            <p:ph sz="quarter" idx="1"/>
          </p:nvPr>
        </p:nvGraphicFramePr>
        <p:xfrm>
          <a:off x="2346325" y="1685925"/>
          <a:ext cx="255588" cy="279400"/>
        </p:xfrm>
        <a:graphic>
          <a:graphicData uri="http://schemas.openxmlformats.org/presentationml/2006/ole">
            <p:oleObj spid="_x0000_s60418" name="Equation" r:id="rId3" imgW="241200" imgH="253800" progId="Equation.3">
              <p:embed/>
            </p:oleObj>
          </a:graphicData>
        </a:graphic>
      </p:graphicFrame>
      <p:graphicFrame>
        <p:nvGraphicFramePr>
          <p:cNvPr id="60419" name="Object 3"/>
          <p:cNvGraphicFramePr>
            <a:graphicFrameLocks noChangeAspect="1"/>
          </p:cNvGraphicFramePr>
          <p:nvPr>
            <p:ph sz="quarter" idx="2"/>
          </p:nvPr>
        </p:nvGraphicFramePr>
        <p:xfrm>
          <a:off x="5943600" y="1700213"/>
          <a:ext cx="1452563" cy="252412"/>
        </p:xfrm>
        <a:graphic>
          <a:graphicData uri="http://schemas.openxmlformats.org/presentationml/2006/ole">
            <p:oleObj spid="_x0000_s60419" name="Equation" r:id="rId4" imgW="1371600" imgH="228600" progId="Equation.3">
              <p:embed/>
            </p:oleObj>
          </a:graphicData>
        </a:graphic>
      </p:graphicFrame>
      <p:graphicFrame>
        <p:nvGraphicFramePr>
          <p:cNvPr id="60420" name="Object 4"/>
          <p:cNvGraphicFramePr>
            <a:graphicFrameLocks noChangeAspect="1"/>
          </p:cNvGraphicFramePr>
          <p:nvPr>
            <p:ph sz="quarter" idx="3"/>
          </p:nvPr>
        </p:nvGraphicFramePr>
        <p:xfrm>
          <a:off x="2346325" y="4033838"/>
          <a:ext cx="255588" cy="279400"/>
        </p:xfrm>
        <a:graphic>
          <a:graphicData uri="http://schemas.openxmlformats.org/presentationml/2006/ole">
            <p:oleObj spid="_x0000_s60420" name="Equation" r:id="rId5" imgW="241200" imgH="253800" progId="Equation.3">
              <p:embed/>
            </p:oleObj>
          </a:graphicData>
        </a:graphic>
      </p:graphicFrame>
      <p:pic>
        <p:nvPicPr>
          <p:cNvPr id="60423" name="Picture 6"/>
          <p:cNvPicPr>
            <a:picLocks noChangeAspect="1" noChangeArrowheads="1"/>
          </p:cNvPicPr>
          <p:nvPr/>
        </p:nvPicPr>
        <p:blipFill>
          <a:blip r:embed="rId6"/>
          <a:srcRect/>
          <a:stretch>
            <a:fillRect/>
          </a:stretch>
        </p:blipFill>
        <p:spPr bwMode="auto">
          <a:xfrm>
            <a:off x="1258888" y="1628775"/>
            <a:ext cx="6264275" cy="4149725"/>
          </a:xfrm>
          <a:prstGeom prst="rect">
            <a:avLst/>
          </a:prstGeom>
          <a:noFill/>
          <a:ln w="12700">
            <a:noFill/>
            <a:miter lim="800000"/>
            <a:headEnd type="none" w="lg" len="lg"/>
            <a:tailEnd type="none" w="lg" len="lg"/>
          </a:ln>
        </p:spPr>
      </p:pic>
      <p:sp>
        <p:nvSpPr>
          <p:cNvPr id="60424" name="Rectangle 7"/>
          <p:cNvSpPr>
            <a:spLocks noChangeArrowheads="1"/>
          </p:cNvSpPr>
          <p:nvPr/>
        </p:nvSpPr>
        <p:spPr bwMode="auto">
          <a:xfrm>
            <a:off x="4067175" y="1341438"/>
            <a:ext cx="946150"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i="1">
                <a:solidFill>
                  <a:srgbClr val="FF0000"/>
                </a:solidFill>
                <a:latin typeface="Times New Roman" pitchFamily="-28" charset="0"/>
              </a:rPr>
              <a:t>Adding</a:t>
            </a:r>
          </a:p>
        </p:txBody>
      </p:sp>
      <p:pic>
        <p:nvPicPr>
          <p:cNvPr id="60425" name="Picture 8"/>
          <p:cNvPicPr>
            <a:picLocks noChangeAspect="1" noChangeArrowheads="1"/>
          </p:cNvPicPr>
          <p:nvPr/>
        </p:nvPicPr>
        <p:blipFill>
          <a:blip r:embed="rId7"/>
          <a:srcRect/>
          <a:stretch>
            <a:fillRect/>
          </a:stretch>
        </p:blipFill>
        <p:spPr bwMode="auto">
          <a:xfrm flipV="1">
            <a:off x="3419475" y="1773238"/>
            <a:ext cx="719138" cy="287337"/>
          </a:xfrm>
          <a:prstGeom prst="rect">
            <a:avLst/>
          </a:prstGeom>
          <a:noFill/>
          <a:ln w="12700">
            <a:noFill/>
            <a:miter lim="800000"/>
            <a:headEnd type="none" w="lg" len="lg"/>
            <a:tailEnd type="none" w="lg" len="lg"/>
          </a:ln>
        </p:spPr>
      </p:pic>
      <p:sp>
        <p:nvSpPr>
          <p:cNvPr id="60426" name="Freeform 24"/>
          <p:cNvSpPr>
            <a:spLocks/>
          </p:cNvSpPr>
          <p:nvPr/>
        </p:nvSpPr>
        <p:spPr bwMode="auto">
          <a:xfrm>
            <a:off x="4356100" y="4562475"/>
            <a:ext cx="2305050" cy="1588"/>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sp>
        <p:nvSpPr>
          <p:cNvPr id="60427" name="Freeform 24"/>
          <p:cNvSpPr>
            <a:spLocks/>
          </p:cNvSpPr>
          <p:nvPr/>
        </p:nvSpPr>
        <p:spPr bwMode="auto">
          <a:xfrm>
            <a:off x="6022975" y="4354513"/>
            <a:ext cx="3175" cy="71913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60428" name="Picture 11"/>
          <p:cNvPicPr>
            <a:picLocks noChangeAspect="1" noChangeArrowheads="1"/>
          </p:cNvPicPr>
          <p:nvPr/>
        </p:nvPicPr>
        <p:blipFill>
          <a:blip r:embed="rId7"/>
          <a:srcRect/>
          <a:stretch>
            <a:fillRect/>
          </a:stretch>
        </p:blipFill>
        <p:spPr bwMode="auto">
          <a:xfrm flipV="1">
            <a:off x="4859338" y="2781300"/>
            <a:ext cx="865187" cy="431800"/>
          </a:xfrm>
          <a:prstGeom prst="rect">
            <a:avLst/>
          </a:prstGeom>
          <a:noFill/>
          <a:ln w="12700">
            <a:noFill/>
            <a:miter lim="800000"/>
            <a:headEnd type="none" w="lg" len="lg"/>
            <a:tailEnd type="none" w="lg" len="lg"/>
          </a:ln>
        </p:spPr>
      </p:pic>
      <p:sp>
        <p:nvSpPr>
          <p:cNvPr id="60429" name="Rectangle 12"/>
          <p:cNvSpPr>
            <a:spLocks noChangeArrowheads="1"/>
          </p:cNvSpPr>
          <p:nvPr/>
        </p:nvSpPr>
        <p:spPr bwMode="auto">
          <a:xfrm>
            <a:off x="3348038" y="1341438"/>
            <a:ext cx="2376487" cy="2519362"/>
          </a:xfrm>
          <a:prstGeom prst="rect">
            <a:avLst/>
          </a:prstGeom>
          <a:noFill/>
          <a:ln w="25400">
            <a:solidFill>
              <a:srgbClr val="FF0000"/>
            </a:solidFill>
            <a:miter lim="800000"/>
            <a:headEnd/>
            <a:tailEnd/>
          </a:ln>
        </p:spPr>
        <p:txBody>
          <a:bodyPr>
            <a:prstTxWarp prst="textNoShape">
              <a:avLst/>
            </a:prstTxWarp>
          </a:bodyPr>
          <a:lstStyle/>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None/>
            </a:pPr>
            <a:endParaRPr lang="ko-KR" altLang="en-US" sz="1200" b="0">
              <a:solidFill>
                <a:schemeClr val="tx1"/>
              </a:solidFill>
              <a:latin typeface="Calibri" pitchFamily="-28" charset="0"/>
            </a:endParaRPr>
          </a:p>
        </p:txBody>
      </p:sp>
      <p:graphicFrame>
        <p:nvGraphicFramePr>
          <p:cNvPr id="60421" name="Object 5"/>
          <p:cNvGraphicFramePr>
            <a:graphicFrameLocks noChangeAspect="1"/>
          </p:cNvGraphicFramePr>
          <p:nvPr/>
        </p:nvGraphicFramePr>
        <p:xfrm>
          <a:off x="1093788" y="2493963"/>
          <a:ext cx="376237" cy="503237"/>
        </p:xfrm>
        <a:graphic>
          <a:graphicData uri="http://schemas.openxmlformats.org/presentationml/2006/ole">
            <p:oleObj spid="_x0000_s60421" name="Equation" r:id="rId8" imgW="190440" imgH="253800" progId="Equation.3">
              <p:embed/>
            </p:oleObj>
          </a:graphicData>
        </a:graphic>
      </p:graphicFrame>
      <p:sp>
        <p:nvSpPr>
          <p:cNvPr id="60430" name="Explosion 2 21"/>
          <p:cNvSpPr>
            <a:spLocks noChangeArrowheads="1"/>
          </p:cNvSpPr>
          <p:nvPr/>
        </p:nvSpPr>
        <p:spPr bwMode="auto">
          <a:xfrm>
            <a:off x="6373813" y="5013325"/>
            <a:ext cx="642937" cy="714375"/>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pic>
        <p:nvPicPr>
          <p:cNvPr id="60431" name="Picture 15"/>
          <p:cNvPicPr>
            <a:picLocks noChangeAspect="1" noChangeArrowheads="1"/>
          </p:cNvPicPr>
          <p:nvPr/>
        </p:nvPicPr>
        <p:blipFill>
          <a:blip r:embed="rId7"/>
          <a:srcRect/>
          <a:stretch>
            <a:fillRect/>
          </a:stretch>
        </p:blipFill>
        <p:spPr bwMode="auto">
          <a:xfrm flipV="1">
            <a:off x="6300788" y="4941888"/>
            <a:ext cx="1008062" cy="935037"/>
          </a:xfrm>
          <a:prstGeom prst="rect">
            <a:avLst/>
          </a:prstGeom>
          <a:noFill/>
          <a:ln w="12700">
            <a:noFill/>
            <a:miter lim="800000"/>
            <a:headEnd type="none" w="lg" len="lg"/>
            <a:tailEnd type="none" w="lg" len="lg"/>
          </a:ln>
        </p:spPr>
      </p:pic>
      <p:sp>
        <p:nvSpPr>
          <p:cNvPr id="60432" name="Rectangle 16"/>
          <p:cNvSpPr>
            <a:spLocks noChangeArrowheads="1"/>
          </p:cNvSpPr>
          <p:nvPr/>
        </p:nvSpPr>
        <p:spPr bwMode="auto">
          <a:xfrm>
            <a:off x="7451725" y="4292600"/>
            <a:ext cx="760413"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60433" name="Picture 17"/>
          <p:cNvPicPr>
            <a:picLocks noChangeAspect="1" noChangeArrowheads="1"/>
          </p:cNvPicPr>
          <p:nvPr/>
        </p:nvPicPr>
        <p:blipFill>
          <a:blip r:embed="rId7"/>
          <a:srcRect/>
          <a:stretch>
            <a:fillRect/>
          </a:stretch>
        </p:blipFill>
        <p:spPr bwMode="auto">
          <a:xfrm flipV="1">
            <a:off x="7451725" y="4005263"/>
            <a:ext cx="1008063" cy="1020762"/>
          </a:xfrm>
          <a:prstGeom prst="rect">
            <a:avLst/>
          </a:prstGeom>
          <a:noFill/>
          <a:ln w="12700">
            <a:noFill/>
            <a:miter lim="800000"/>
            <a:headEnd type="none" w="lg" len="lg"/>
            <a:tailEnd type="none" w="lg" len="lg"/>
          </a:ln>
        </p:spPr>
      </p:pic>
      <p:sp>
        <p:nvSpPr>
          <p:cNvPr id="60434" name="Explosion 2 21"/>
          <p:cNvSpPr>
            <a:spLocks noChangeArrowheads="1"/>
          </p:cNvSpPr>
          <p:nvPr/>
        </p:nvSpPr>
        <p:spPr bwMode="auto">
          <a:xfrm>
            <a:off x="7451725" y="4076700"/>
            <a:ext cx="642938" cy="779463"/>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60435" name="Rectangle 19"/>
          <p:cNvSpPr>
            <a:spLocks noChangeArrowheads="1"/>
          </p:cNvSpPr>
          <p:nvPr/>
        </p:nvSpPr>
        <p:spPr bwMode="auto">
          <a:xfrm>
            <a:off x="6373813" y="5229225"/>
            <a:ext cx="760412"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60436" name="Picture 20"/>
          <p:cNvPicPr>
            <a:picLocks noChangeAspect="1" noChangeArrowheads="1"/>
          </p:cNvPicPr>
          <p:nvPr/>
        </p:nvPicPr>
        <p:blipFill>
          <a:blip r:embed="rId7"/>
          <a:srcRect/>
          <a:stretch>
            <a:fillRect/>
          </a:stretch>
        </p:blipFill>
        <p:spPr bwMode="auto">
          <a:xfrm flipV="1">
            <a:off x="7380288" y="3933825"/>
            <a:ext cx="1439862" cy="1101725"/>
          </a:xfrm>
          <a:prstGeom prst="rect">
            <a:avLst/>
          </a:prstGeom>
          <a:noFill/>
          <a:ln w="12700">
            <a:noFill/>
            <a:miter lim="800000"/>
            <a:headEnd type="none" w="lg" len="lg"/>
            <a:tailEnd type="none" w="lg" len="lg"/>
          </a:ln>
        </p:spPr>
      </p:pic>
      <p:pic>
        <p:nvPicPr>
          <p:cNvPr id="60437" name="Picture 21"/>
          <p:cNvPicPr>
            <a:picLocks noChangeAspect="1" noChangeArrowheads="1"/>
          </p:cNvPicPr>
          <p:nvPr/>
        </p:nvPicPr>
        <p:blipFill>
          <a:blip r:embed="rId7"/>
          <a:srcRect/>
          <a:stretch>
            <a:fillRect/>
          </a:stretch>
        </p:blipFill>
        <p:spPr bwMode="auto">
          <a:xfrm flipV="1">
            <a:off x="6372225" y="5157788"/>
            <a:ext cx="1366838" cy="576262"/>
          </a:xfrm>
          <a:prstGeom prst="rect">
            <a:avLst/>
          </a:prstGeom>
          <a:noFill/>
          <a:ln w="12700">
            <a:noFill/>
            <a:miter lim="800000"/>
            <a:headEnd type="none" w="lg" len="lg"/>
            <a:tailEnd type="none" w="lg" len="lg"/>
          </a:ln>
        </p:spPr>
      </p:pic>
      <p:pic>
        <p:nvPicPr>
          <p:cNvPr id="60438" name="Picture 22"/>
          <p:cNvPicPr>
            <a:picLocks noChangeAspect="1" noChangeArrowheads="1"/>
          </p:cNvPicPr>
          <p:nvPr/>
        </p:nvPicPr>
        <p:blipFill>
          <a:blip r:embed="rId7"/>
          <a:srcRect/>
          <a:stretch>
            <a:fillRect/>
          </a:stretch>
        </p:blipFill>
        <p:spPr bwMode="auto">
          <a:xfrm flipV="1">
            <a:off x="3203575" y="1196975"/>
            <a:ext cx="2592388" cy="2952750"/>
          </a:xfrm>
          <a:prstGeom prst="rect">
            <a:avLst/>
          </a:prstGeom>
          <a:noFill/>
          <a:ln w="12700">
            <a:noFill/>
            <a:miter lim="800000"/>
            <a:headEnd type="none" w="lg" len="lg"/>
            <a:tailEnd type="none" w="lg" len="lg"/>
          </a:ln>
        </p:spPr>
      </p:pic>
      <p:sp>
        <p:nvSpPr>
          <p:cNvPr id="60439" name="Freeform 24"/>
          <p:cNvSpPr>
            <a:spLocks/>
          </p:cNvSpPr>
          <p:nvPr/>
        </p:nvSpPr>
        <p:spPr bwMode="auto">
          <a:xfrm>
            <a:off x="2987675" y="2744788"/>
            <a:ext cx="3022600" cy="15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60440" name="Picture 24"/>
          <p:cNvPicPr>
            <a:picLocks noChangeAspect="1" noChangeArrowheads="1"/>
          </p:cNvPicPr>
          <p:nvPr/>
        </p:nvPicPr>
        <p:blipFill>
          <a:blip r:embed="rId7"/>
          <a:srcRect/>
          <a:stretch>
            <a:fillRect/>
          </a:stretch>
        </p:blipFill>
        <p:spPr bwMode="auto">
          <a:xfrm flipV="1">
            <a:off x="6372225" y="1989138"/>
            <a:ext cx="1439863" cy="1101725"/>
          </a:xfrm>
          <a:prstGeom prst="rect">
            <a:avLst/>
          </a:prstGeom>
          <a:noFill/>
          <a:ln w="12700">
            <a:noFill/>
            <a:miter lim="800000"/>
            <a:headEnd type="none" w="lg" len="lg"/>
            <a:tailEnd type="none" w="lg" len="lg"/>
          </a:ln>
        </p:spPr>
      </p:pic>
      <p:pic>
        <p:nvPicPr>
          <p:cNvPr id="60441" name="Picture 25"/>
          <p:cNvPicPr>
            <a:picLocks noChangeAspect="1" noChangeArrowheads="1"/>
          </p:cNvPicPr>
          <p:nvPr/>
        </p:nvPicPr>
        <p:blipFill>
          <a:blip r:embed="rId7"/>
          <a:srcRect/>
          <a:stretch>
            <a:fillRect/>
          </a:stretch>
        </p:blipFill>
        <p:spPr bwMode="auto">
          <a:xfrm flipV="1">
            <a:off x="6038850" y="1644650"/>
            <a:ext cx="936625" cy="1101725"/>
          </a:xfrm>
          <a:prstGeom prst="rect">
            <a:avLst/>
          </a:prstGeom>
          <a:noFill/>
          <a:ln w="12700">
            <a:noFill/>
            <a:miter lim="800000"/>
            <a:headEnd type="none" w="lg" len="lg"/>
            <a:tailEnd type="none" w="lg" len="lg"/>
          </a:ln>
        </p:spPr>
      </p:pic>
      <p:sp>
        <p:nvSpPr>
          <p:cNvPr id="60442" name="Rectangle 26"/>
          <p:cNvSpPr>
            <a:spLocks noChangeArrowheads="1"/>
          </p:cNvSpPr>
          <p:nvPr/>
        </p:nvSpPr>
        <p:spPr bwMode="auto">
          <a:xfrm>
            <a:off x="5651500" y="2278063"/>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60443" name="Rectangle 27"/>
          <p:cNvSpPr>
            <a:spLocks noChangeArrowheads="1"/>
          </p:cNvSpPr>
          <p:nvPr/>
        </p:nvSpPr>
        <p:spPr bwMode="auto">
          <a:xfrm>
            <a:off x="2627313" y="4797425"/>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60444" name="Rectangle 28"/>
          <p:cNvSpPr>
            <a:spLocks noChangeArrowheads="1"/>
          </p:cNvSpPr>
          <p:nvPr/>
        </p:nvSpPr>
        <p:spPr bwMode="auto">
          <a:xfrm>
            <a:off x="2195513" y="2205038"/>
            <a:ext cx="541337"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BS1</a:t>
            </a:r>
          </a:p>
        </p:txBody>
      </p:sp>
      <p:sp>
        <p:nvSpPr>
          <p:cNvPr id="60445" name="Rectangle 29"/>
          <p:cNvSpPr>
            <a:spLocks noChangeArrowheads="1"/>
          </p:cNvSpPr>
          <p:nvPr/>
        </p:nvSpPr>
        <p:spPr bwMode="auto">
          <a:xfrm>
            <a:off x="6156325" y="4797425"/>
            <a:ext cx="541338"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BS2</a:t>
            </a:r>
          </a:p>
        </p:txBody>
      </p:sp>
      <p:sp>
        <p:nvSpPr>
          <p:cNvPr id="3" name="Explosion 2 21"/>
          <p:cNvSpPr>
            <a:spLocks noChangeArrowheads="1"/>
          </p:cNvSpPr>
          <p:nvPr/>
        </p:nvSpPr>
        <p:spPr bwMode="auto">
          <a:xfrm>
            <a:off x="5940425" y="5589588"/>
            <a:ext cx="642938" cy="720725"/>
          </a:xfrm>
          <a:prstGeom prst="irregularSeal2">
            <a:avLst/>
          </a:prstGeom>
          <a:solidFill>
            <a:srgbClr val="FFFF00"/>
          </a:solidFill>
          <a:ln w="25400">
            <a:solidFill>
              <a:srgbClr val="385D8A"/>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pic>
        <p:nvPicPr>
          <p:cNvPr id="60447" name="Picture 31"/>
          <p:cNvPicPr>
            <a:picLocks noChangeAspect="1" noChangeArrowheads="1"/>
          </p:cNvPicPr>
          <p:nvPr/>
        </p:nvPicPr>
        <p:blipFill>
          <a:blip r:embed="rId7"/>
          <a:srcRect/>
          <a:stretch>
            <a:fillRect/>
          </a:stretch>
        </p:blipFill>
        <p:spPr bwMode="auto">
          <a:xfrm flipV="1">
            <a:off x="6059488" y="2693988"/>
            <a:ext cx="1439862" cy="71437"/>
          </a:xfrm>
          <a:prstGeom prst="rect">
            <a:avLst/>
          </a:prstGeom>
          <a:noFill/>
          <a:ln w="12700">
            <a:noFill/>
            <a:miter lim="800000"/>
            <a:headEnd type="none" w="lg" len="lg"/>
            <a:tailEnd type="none" w="lg" len="lg"/>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grpId="2" nodeType="clickEffect">
                                  <p:stCondLst>
                                    <p:cond delay="0"/>
                                  </p:stCondLst>
                                  <p:childTnLst>
                                    <p:set>
                                      <p:cBhvr>
                                        <p:cTn id="6" dur="1000">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1" presetClass="entr" presetSubtype="0" fill="hold" grpId="0" nodeType="clickEffect">
                                  <p:stCondLst>
                                    <p:cond delay="0"/>
                                  </p:stCondLst>
                                  <p:childTnLst>
                                    <p:set>
                                      <p:cBhvr>
                                        <p:cTn id="10" dur="1000">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1" presetClass="entr" presetSubtype="0" fill="hold" grpId="1" nodeType="clickEffect">
                                  <p:stCondLst>
                                    <p:cond delay="0"/>
                                  </p:stCondLst>
                                  <p:childTnLst>
                                    <p:set>
                                      <p:cBhvr>
                                        <p:cTn id="14" dur="1000">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1" presetClass="entr" presetSubtype="0" fill="hold" grpId="3" nodeType="clickEffect">
                                  <p:stCondLst>
                                    <p:cond delay="0"/>
                                  </p:stCondLst>
                                  <p:childTnLst>
                                    <p:set>
                                      <p:cBhvr>
                                        <p:cTn id="18" dur="1000">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46" name="Rectangle 2"/>
          <p:cNvSpPr>
            <a:spLocks noGrp="1"/>
          </p:cNvSpPr>
          <p:nvPr>
            <p:ph type="title" sz="quarter"/>
          </p:nvPr>
        </p:nvSpPr>
        <p:spPr>
          <a:xfrm>
            <a:off x="457200" y="274638"/>
            <a:ext cx="8229600" cy="1143000"/>
          </a:xfrm>
        </p:spPr>
        <p:txBody>
          <a:bodyPr/>
          <a:lstStyle/>
          <a:p>
            <a:r>
              <a:rPr lang="en-US" altLang="ko-KR" sz="4000" b="1">
                <a:solidFill>
                  <a:schemeClr val="accent2"/>
                </a:solidFill>
                <a:ea typeface="굴림" pitchFamily="-28" charset="-127"/>
                <a:cs typeface="굴림" pitchFamily="-28" charset="-127"/>
              </a:rPr>
              <a:t>Interaction free measurement</a:t>
            </a:r>
          </a:p>
        </p:txBody>
      </p:sp>
      <p:graphicFrame>
        <p:nvGraphicFramePr>
          <p:cNvPr id="61442" name="Object 2"/>
          <p:cNvGraphicFramePr>
            <a:graphicFrameLocks noChangeAspect="1"/>
          </p:cNvGraphicFramePr>
          <p:nvPr>
            <p:ph sz="quarter" idx="1"/>
          </p:nvPr>
        </p:nvGraphicFramePr>
        <p:xfrm>
          <a:off x="2346325" y="1685925"/>
          <a:ext cx="255588" cy="279400"/>
        </p:xfrm>
        <a:graphic>
          <a:graphicData uri="http://schemas.openxmlformats.org/presentationml/2006/ole">
            <p:oleObj spid="_x0000_s61442" name="Equation" r:id="rId3" imgW="241200" imgH="253800" progId="Equation.3">
              <p:embed/>
            </p:oleObj>
          </a:graphicData>
        </a:graphic>
      </p:graphicFrame>
      <p:graphicFrame>
        <p:nvGraphicFramePr>
          <p:cNvPr id="61443" name="Object 3"/>
          <p:cNvGraphicFramePr>
            <a:graphicFrameLocks noChangeAspect="1"/>
          </p:cNvGraphicFramePr>
          <p:nvPr>
            <p:ph sz="quarter" idx="2"/>
          </p:nvPr>
        </p:nvGraphicFramePr>
        <p:xfrm>
          <a:off x="5943600" y="1700213"/>
          <a:ext cx="1452563" cy="252412"/>
        </p:xfrm>
        <a:graphic>
          <a:graphicData uri="http://schemas.openxmlformats.org/presentationml/2006/ole">
            <p:oleObj spid="_x0000_s61443" name="Equation" r:id="rId4" imgW="1371600" imgH="228600" progId="Equation.3">
              <p:embed/>
            </p:oleObj>
          </a:graphicData>
        </a:graphic>
      </p:graphicFrame>
      <p:graphicFrame>
        <p:nvGraphicFramePr>
          <p:cNvPr id="61444" name="Object 4"/>
          <p:cNvGraphicFramePr>
            <a:graphicFrameLocks noChangeAspect="1"/>
          </p:cNvGraphicFramePr>
          <p:nvPr>
            <p:ph sz="quarter" idx="3"/>
          </p:nvPr>
        </p:nvGraphicFramePr>
        <p:xfrm>
          <a:off x="2346325" y="4033838"/>
          <a:ext cx="255588" cy="279400"/>
        </p:xfrm>
        <a:graphic>
          <a:graphicData uri="http://schemas.openxmlformats.org/presentationml/2006/ole">
            <p:oleObj spid="_x0000_s61444" name="Equation" r:id="rId5" imgW="241200" imgH="253800" progId="Equation.3">
              <p:embed/>
            </p:oleObj>
          </a:graphicData>
        </a:graphic>
      </p:graphicFrame>
      <p:pic>
        <p:nvPicPr>
          <p:cNvPr id="61447" name="Picture 6"/>
          <p:cNvPicPr>
            <a:picLocks noChangeAspect="1" noChangeArrowheads="1"/>
          </p:cNvPicPr>
          <p:nvPr/>
        </p:nvPicPr>
        <p:blipFill>
          <a:blip r:embed="rId6"/>
          <a:srcRect/>
          <a:stretch>
            <a:fillRect/>
          </a:stretch>
        </p:blipFill>
        <p:spPr bwMode="auto">
          <a:xfrm>
            <a:off x="1258888" y="1628775"/>
            <a:ext cx="6264275" cy="4149725"/>
          </a:xfrm>
          <a:prstGeom prst="rect">
            <a:avLst/>
          </a:prstGeom>
          <a:noFill/>
          <a:ln w="12700">
            <a:noFill/>
            <a:miter lim="800000"/>
            <a:headEnd type="none" w="lg" len="lg"/>
            <a:tailEnd type="none" w="lg" len="lg"/>
          </a:ln>
        </p:spPr>
      </p:pic>
      <p:sp>
        <p:nvSpPr>
          <p:cNvPr id="61448" name="Rectangle 7"/>
          <p:cNvSpPr>
            <a:spLocks noChangeArrowheads="1"/>
          </p:cNvSpPr>
          <p:nvPr/>
        </p:nvSpPr>
        <p:spPr bwMode="auto">
          <a:xfrm>
            <a:off x="4067175" y="1341438"/>
            <a:ext cx="946150"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i="1">
                <a:solidFill>
                  <a:srgbClr val="FF0000"/>
                </a:solidFill>
                <a:latin typeface="Times New Roman" pitchFamily="-28" charset="0"/>
              </a:rPr>
              <a:t>Adding</a:t>
            </a:r>
          </a:p>
        </p:txBody>
      </p:sp>
      <p:pic>
        <p:nvPicPr>
          <p:cNvPr id="61449" name="Picture 8"/>
          <p:cNvPicPr>
            <a:picLocks noChangeAspect="1" noChangeArrowheads="1"/>
          </p:cNvPicPr>
          <p:nvPr/>
        </p:nvPicPr>
        <p:blipFill>
          <a:blip r:embed="rId7"/>
          <a:srcRect/>
          <a:stretch>
            <a:fillRect/>
          </a:stretch>
        </p:blipFill>
        <p:spPr bwMode="auto">
          <a:xfrm flipV="1">
            <a:off x="3419475" y="1773238"/>
            <a:ext cx="719138" cy="287337"/>
          </a:xfrm>
          <a:prstGeom prst="rect">
            <a:avLst/>
          </a:prstGeom>
          <a:noFill/>
          <a:ln w="12700">
            <a:noFill/>
            <a:miter lim="800000"/>
            <a:headEnd type="none" w="lg" len="lg"/>
            <a:tailEnd type="none" w="lg" len="lg"/>
          </a:ln>
        </p:spPr>
      </p:pic>
      <p:sp>
        <p:nvSpPr>
          <p:cNvPr id="61450" name="Freeform 24"/>
          <p:cNvSpPr>
            <a:spLocks/>
          </p:cNvSpPr>
          <p:nvPr/>
        </p:nvSpPr>
        <p:spPr bwMode="auto">
          <a:xfrm>
            <a:off x="4356100" y="4562475"/>
            <a:ext cx="2305050" cy="1588"/>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sp>
        <p:nvSpPr>
          <p:cNvPr id="61451" name="Freeform 24"/>
          <p:cNvSpPr>
            <a:spLocks/>
          </p:cNvSpPr>
          <p:nvPr/>
        </p:nvSpPr>
        <p:spPr bwMode="auto">
          <a:xfrm>
            <a:off x="6022975" y="4354513"/>
            <a:ext cx="3175" cy="71913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61452" name="Picture 11"/>
          <p:cNvPicPr>
            <a:picLocks noChangeAspect="1" noChangeArrowheads="1"/>
          </p:cNvPicPr>
          <p:nvPr/>
        </p:nvPicPr>
        <p:blipFill>
          <a:blip r:embed="rId7"/>
          <a:srcRect/>
          <a:stretch>
            <a:fillRect/>
          </a:stretch>
        </p:blipFill>
        <p:spPr bwMode="auto">
          <a:xfrm flipV="1">
            <a:off x="4859338" y="2781300"/>
            <a:ext cx="865187" cy="431800"/>
          </a:xfrm>
          <a:prstGeom prst="rect">
            <a:avLst/>
          </a:prstGeom>
          <a:noFill/>
          <a:ln w="12700">
            <a:noFill/>
            <a:miter lim="800000"/>
            <a:headEnd type="none" w="lg" len="lg"/>
            <a:tailEnd type="none" w="lg" len="lg"/>
          </a:ln>
        </p:spPr>
      </p:pic>
      <p:sp>
        <p:nvSpPr>
          <p:cNvPr id="61453" name="Rectangle 12"/>
          <p:cNvSpPr>
            <a:spLocks noChangeArrowheads="1"/>
          </p:cNvSpPr>
          <p:nvPr/>
        </p:nvSpPr>
        <p:spPr bwMode="auto">
          <a:xfrm>
            <a:off x="3348038" y="1341438"/>
            <a:ext cx="2376487" cy="2519362"/>
          </a:xfrm>
          <a:prstGeom prst="rect">
            <a:avLst/>
          </a:prstGeom>
          <a:noFill/>
          <a:ln w="25400">
            <a:solidFill>
              <a:srgbClr val="FF0000"/>
            </a:solidFill>
            <a:miter lim="800000"/>
            <a:headEnd/>
            <a:tailEnd/>
          </a:ln>
        </p:spPr>
        <p:txBody>
          <a:bodyPr>
            <a:prstTxWarp prst="textNoShape">
              <a:avLst/>
            </a:prstTxWarp>
          </a:bodyPr>
          <a:lstStyle/>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None/>
            </a:pPr>
            <a:endParaRPr lang="ko-KR" altLang="en-US" sz="1200" b="0">
              <a:solidFill>
                <a:schemeClr val="tx1"/>
              </a:solidFill>
              <a:latin typeface="Calibri" pitchFamily="-28" charset="0"/>
            </a:endParaRPr>
          </a:p>
        </p:txBody>
      </p:sp>
      <p:graphicFrame>
        <p:nvGraphicFramePr>
          <p:cNvPr id="61445" name="Object 5"/>
          <p:cNvGraphicFramePr>
            <a:graphicFrameLocks noChangeAspect="1"/>
          </p:cNvGraphicFramePr>
          <p:nvPr/>
        </p:nvGraphicFramePr>
        <p:xfrm>
          <a:off x="1093788" y="2493963"/>
          <a:ext cx="376237" cy="503237"/>
        </p:xfrm>
        <a:graphic>
          <a:graphicData uri="http://schemas.openxmlformats.org/presentationml/2006/ole">
            <p:oleObj spid="_x0000_s61445" name="Equation" r:id="rId8" imgW="190440" imgH="253800" progId="Equation.3">
              <p:embed/>
            </p:oleObj>
          </a:graphicData>
        </a:graphic>
      </p:graphicFrame>
      <p:sp>
        <p:nvSpPr>
          <p:cNvPr id="61454" name="Explosion 2 21"/>
          <p:cNvSpPr>
            <a:spLocks noChangeArrowheads="1"/>
          </p:cNvSpPr>
          <p:nvPr/>
        </p:nvSpPr>
        <p:spPr bwMode="auto">
          <a:xfrm>
            <a:off x="6373813" y="5013325"/>
            <a:ext cx="642937" cy="714375"/>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pic>
        <p:nvPicPr>
          <p:cNvPr id="61455" name="Picture 15"/>
          <p:cNvPicPr>
            <a:picLocks noChangeAspect="1" noChangeArrowheads="1"/>
          </p:cNvPicPr>
          <p:nvPr/>
        </p:nvPicPr>
        <p:blipFill>
          <a:blip r:embed="rId7"/>
          <a:srcRect/>
          <a:stretch>
            <a:fillRect/>
          </a:stretch>
        </p:blipFill>
        <p:spPr bwMode="auto">
          <a:xfrm flipV="1">
            <a:off x="6300788" y="4941888"/>
            <a:ext cx="1008062" cy="935037"/>
          </a:xfrm>
          <a:prstGeom prst="rect">
            <a:avLst/>
          </a:prstGeom>
          <a:noFill/>
          <a:ln w="12700">
            <a:noFill/>
            <a:miter lim="800000"/>
            <a:headEnd type="none" w="lg" len="lg"/>
            <a:tailEnd type="none" w="lg" len="lg"/>
          </a:ln>
        </p:spPr>
      </p:pic>
      <p:sp>
        <p:nvSpPr>
          <p:cNvPr id="61456" name="Rectangle 16"/>
          <p:cNvSpPr>
            <a:spLocks noChangeArrowheads="1"/>
          </p:cNvSpPr>
          <p:nvPr/>
        </p:nvSpPr>
        <p:spPr bwMode="auto">
          <a:xfrm>
            <a:off x="7451725" y="4292600"/>
            <a:ext cx="760413"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61457" name="Picture 17"/>
          <p:cNvPicPr>
            <a:picLocks noChangeAspect="1" noChangeArrowheads="1"/>
          </p:cNvPicPr>
          <p:nvPr/>
        </p:nvPicPr>
        <p:blipFill>
          <a:blip r:embed="rId7"/>
          <a:srcRect/>
          <a:stretch>
            <a:fillRect/>
          </a:stretch>
        </p:blipFill>
        <p:spPr bwMode="auto">
          <a:xfrm flipV="1">
            <a:off x="7451725" y="4005263"/>
            <a:ext cx="1008063" cy="1020762"/>
          </a:xfrm>
          <a:prstGeom prst="rect">
            <a:avLst/>
          </a:prstGeom>
          <a:noFill/>
          <a:ln w="12700">
            <a:noFill/>
            <a:miter lim="800000"/>
            <a:headEnd type="none" w="lg" len="lg"/>
            <a:tailEnd type="none" w="lg" len="lg"/>
          </a:ln>
        </p:spPr>
      </p:pic>
      <p:sp>
        <p:nvSpPr>
          <p:cNvPr id="61458" name="Explosion 2 21"/>
          <p:cNvSpPr>
            <a:spLocks noChangeArrowheads="1"/>
          </p:cNvSpPr>
          <p:nvPr/>
        </p:nvSpPr>
        <p:spPr bwMode="auto">
          <a:xfrm>
            <a:off x="7451725" y="4076700"/>
            <a:ext cx="642938" cy="779463"/>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61459" name="Rectangle 19"/>
          <p:cNvSpPr>
            <a:spLocks noChangeArrowheads="1"/>
          </p:cNvSpPr>
          <p:nvPr/>
        </p:nvSpPr>
        <p:spPr bwMode="auto">
          <a:xfrm>
            <a:off x="6373813" y="5229225"/>
            <a:ext cx="760412"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61460" name="Picture 20"/>
          <p:cNvPicPr>
            <a:picLocks noChangeAspect="1" noChangeArrowheads="1"/>
          </p:cNvPicPr>
          <p:nvPr/>
        </p:nvPicPr>
        <p:blipFill>
          <a:blip r:embed="rId7"/>
          <a:srcRect/>
          <a:stretch>
            <a:fillRect/>
          </a:stretch>
        </p:blipFill>
        <p:spPr bwMode="auto">
          <a:xfrm flipV="1">
            <a:off x="7380288" y="3933825"/>
            <a:ext cx="1439862" cy="1101725"/>
          </a:xfrm>
          <a:prstGeom prst="rect">
            <a:avLst/>
          </a:prstGeom>
          <a:noFill/>
          <a:ln w="12700">
            <a:noFill/>
            <a:miter lim="800000"/>
            <a:headEnd type="none" w="lg" len="lg"/>
            <a:tailEnd type="none" w="lg" len="lg"/>
          </a:ln>
        </p:spPr>
      </p:pic>
      <p:pic>
        <p:nvPicPr>
          <p:cNvPr id="61461" name="Picture 21"/>
          <p:cNvPicPr>
            <a:picLocks noChangeAspect="1" noChangeArrowheads="1"/>
          </p:cNvPicPr>
          <p:nvPr/>
        </p:nvPicPr>
        <p:blipFill>
          <a:blip r:embed="rId7"/>
          <a:srcRect/>
          <a:stretch>
            <a:fillRect/>
          </a:stretch>
        </p:blipFill>
        <p:spPr bwMode="auto">
          <a:xfrm flipV="1">
            <a:off x="6372225" y="5157788"/>
            <a:ext cx="1366838" cy="576262"/>
          </a:xfrm>
          <a:prstGeom prst="rect">
            <a:avLst/>
          </a:prstGeom>
          <a:noFill/>
          <a:ln w="12700">
            <a:noFill/>
            <a:miter lim="800000"/>
            <a:headEnd type="none" w="lg" len="lg"/>
            <a:tailEnd type="none" w="lg" len="lg"/>
          </a:ln>
        </p:spPr>
      </p:pic>
      <p:pic>
        <p:nvPicPr>
          <p:cNvPr id="61462" name="Picture 22"/>
          <p:cNvPicPr>
            <a:picLocks noChangeAspect="1" noChangeArrowheads="1"/>
          </p:cNvPicPr>
          <p:nvPr/>
        </p:nvPicPr>
        <p:blipFill>
          <a:blip r:embed="rId7"/>
          <a:srcRect/>
          <a:stretch>
            <a:fillRect/>
          </a:stretch>
        </p:blipFill>
        <p:spPr bwMode="auto">
          <a:xfrm flipV="1">
            <a:off x="3203575" y="1196975"/>
            <a:ext cx="2592388" cy="2952750"/>
          </a:xfrm>
          <a:prstGeom prst="rect">
            <a:avLst/>
          </a:prstGeom>
          <a:noFill/>
          <a:ln w="12700">
            <a:noFill/>
            <a:miter lim="800000"/>
            <a:headEnd type="none" w="lg" len="lg"/>
            <a:tailEnd type="none" w="lg" len="lg"/>
          </a:ln>
        </p:spPr>
      </p:pic>
      <p:sp>
        <p:nvSpPr>
          <p:cNvPr id="61463" name="Freeform 24"/>
          <p:cNvSpPr>
            <a:spLocks/>
          </p:cNvSpPr>
          <p:nvPr/>
        </p:nvSpPr>
        <p:spPr bwMode="auto">
          <a:xfrm>
            <a:off x="2987675" y="2744788"/>
            <a:ext cx="3022600" cy="15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61464" name="Picture 24"/>
          <p:cNvPicPr>
            <a:picLocks noChangeAspect="1" noChangeArrowheads="1"/>
          </p:cNvPicPr>
          <p:nvPr/>
        </p:nvPicPr>
        <p:blipFill>
          <a:blip r:embed="rId7"/>
          <a:srcRect/>
          <a:stretch>
            <a:fillRect/>
          </a:stretch>
        </p:blipFill>
        <p:spPr bwMode="auto">
          <a:xfrm flipV="1">
            <a:off x="6372225" y="1989138"/>
            <a:ext cx="1439863" cy="1101725"/>
          </a:xfrm>
          <a:prstGeom prst="rect">
            <a:avLst/>
          </a:prstGeom>
          <a:noFill/>
          <a:ln w="12700">
            <a:noFill/>
            <a:miter lim="800000"/>
            <a:headEnd type="none" w="lg" len="lg"/>
            <a:tailEnd type="none" w="lg" len="lg"/>
          </a:ln>
        </p:spPr>
      </p:pic>
      <p:pic>
        <p:nvPicPr>
          <p:cNvPr id="61465" name="Picture 25"/>
          <p:cNvPicPr>
            <a:picLocks noChangeAspect="1" noChangeArrowheads="1"/>
          </p:cNvPicPr>
          <p:nvPr/>
        </p:nvPicPr>
        <p:blipFill>
          <a:blip r:embed="rId7"/>
          <a:srcRect/>
          <a:stretch>
            <a:fillRect/>
          </a:stretch>
        </p:blipFill>
        <p:spPr bwMode="auto">
          <a:xfrm flipV="1">
            <a:off x="6038850" y="1644650"/>
            <a:ext cx="936625" cy="1101725"/>
          </a:xfrm>
          <a:prstGeom prst="rect">
            <a:avLst/>
          </a:prstGeom>
          <a:noFill/>
          <a:ln w="12700">
            <a:noFill/>
            <a:miter lim="800000"/>
            <a:headEnd type="none" w="lg" len="lg"/>
            <a:tailEnd type="none" w="lg" len="lg"/>
          </a:ln>
        </p:spPr>
      </p:pic>
      <p:sp>
        <p:nvSpPr>
          <p:cNvPr id="61466" name="Rectangle 26"/>
          <p:cNvSpPr>
            <a:spLocks noChangeArrowheads="1"/>
          </p:cNvSpPr>
          <p:nvPr/>
        </p:nvSpPr>
        <p:spPr bwMode="auto">
          <a:xfrm>
            <a:off x="5651500" y="2278063"/>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61467" name="Rectangle 27"/>
          <p:cNvSpPr>
            <a:spLocks noChangeArrowheads="1"/>
          </p:cNvSpPr>
          <p:nvPr/>
        </p:nvSpPr>
        <p:spPr bwMode="auto">
          <a:xfrm>
            <a:off x="2627313" y="4797425"/>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61468" name="Rectangle 28"/>
          <p:cNvSpPr>
            <a:spLocks noChangeArrowheads="1"/>
          </p:cNvSpPr>
          <p:nvPr/>
        </p:nvSpPr>
        <p:spPr bwMode="auto">
          <a:xfrm>
            <a:off x="2195513" y="2205038"/>
            <a:ext cx="541337"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BS1</a:t>
            </a:r>
          </a:p>
        </p:txBody>
      </p:sp>
      <p:sp>
        <p:nvSpPr>
          <p:cNvPr id="61469" name="Rectangle 29"/>
          <p:cNvSpPr>
            <a:spLocks noChangeArrowheads="1"/>
          </p:cNvSpPr>
          <p:nvPr/>
        </p:nvSpPr>
        <p:spPr bwMode="auto">
          <a:xfrm>
            <a:off x="6156325" y="4797425"/>
            <a:ext cx="541338"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BS2</a:t>
            </a:r>
          </a:p>
        </p:txBody>
      </p:sp>
      <p:sp>
        <p:nvSpPr>
          <p:cNvPr id="3" name="Explosion 2 21"/>
          <p:cNvSpPr>
            <a:spLocks noChangeArrowheads="1"/>
          </p:cNvSpPr>
          <p:nvPr/>
        </p:nvSpPr>
        <p:spPr bwMode="auto">
          <a:xfrm>
            <a:off x="5940425" y="5589588"/>
            <a:ext cx="642938" cy="720725"/>
          </a:xfrm>
          <a:prstGeom prst="irregularSeal2">
            <a:avLst/>
          </a:prstGeom>
          <a:solidFill>
            <a:srgbClr val="FFFF00"/>
          </a:solidFill>
          <a:ln w="25400">
            <a:solidFill>
              <a:srgbClr val="385D8A"/>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pic>
        <p:nvPicPr>
          <p:cNvPr id="61471" name="Picture 31"/>
          <p:cNvPicPr>
            <a:picLocks noChangeAspect="1" noChangeArrowheads="1"/>
          </p:cNvPicPr>
          <p:nvPr/>
        </p:nvPicPr>
        <p:blipFill>
          <a:blip r:embed="rId7"/>
          <a:srcRect/>
          <a:stretch>
            <a:fillRect/>
          </a:stretch>
        </p:blipFill>
        <p:spPr bwMode="auto">
          <a:xfrm flipV="1">
            <a:off x="6059488" y="2693988"/>
            <a:ext cx="1439862" cy="71437"/>
          </a:xfrm>
          <a:prstGeom prst="rect">
            <a:avLst/>
          </a:prstGeom>
          <a:noFill/>
          <a:ln w="12700">
            <a:noFill/>
            <a:miter lim="800000"/>
            <a:headEnd type="none" w="lg" len="lg"/>
            <a:tailEnd type="none" w="lg" len="lg"/>
          </a:ln>
        </p:spPr>
      </p:pic>
      <p:sp>
        <p:nvSpPr>
          <p:cNvPr id="519200" name="Rectangle 32"/>
          <p:cNvSpPr>
            <a:spLocks noChangeArrowheads="1"/>
          </p:cNvSpPr>
          <p:nvPr/>
        </p:nvSpPr>
        <p:spPr bwMode="auto">
          <a:xfrm>
            <a:off x="2555875" y="3500438"/>
            <a:ext cx="431800" cy="304800"/>
          </a:xfrm>
          <a:prstGeom prst="rect">
            <a:avLst/>
          </a:prstGeom>
          <a:solidFill>
            <a:schemeClr val="tx1">
              <a:alpha val="65097"/>
            </a:schemeClr>
          </a:solidFill>
          <a:ln w="12700">
            <a:noFill/>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b="0">
                <a:solidFill>
                  <a:schemeClr val="tx1"/>
                </a:solidFill>
              </a:rPr>
              <a:t> </a:t>
            </a:r>
          </a:p>
        </p:txBody>
      </p:sp>
      <p:sp>
        <p:nvSpPr>
          <p:cNvPr id="4" name="Explosion 2 21"/>
          <p:cNvSpPr>
            <a:spLocks noChangeArrowheads="1"/>
          </p:cNvSpPr>
          <p:nvPr/>
        </p:nvSpPr>
        <p:spPr bwMode="auto">
          <a:xfrm>
            <a:off x="7524750" y="3933825"/>
            <a:ext cx="642938" cy="720725"/>
          </a:xfrm>
          <a:prstGeom prst="irregularSeal2">
            <a:avLst/>
          </a:prstGeom>
          <a:solidFill>
            <a:srgbClr val="FFFF00"/>
          </a:solidFill>
          <a:ln w="25400">
            <a:solidFill>
              <a:srgbClr val="385D8A"/>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5" name="Explosion 2 21"/>
          <p:cNvSpPr>
            <a:spLocks noChangeArrowheads="1"/>
          </p:cNvSpPr>
          <p:nvPr/>
        </p:nvSpPr>
        <p:spPr bwMode="auto">
          <a:xfrm>
            <a:off x="5940425" y="5589588"/>
            <a:ext cx="642938" cy="720725"/>
          </a:xfrm>
          <a:prstGeom prst="irregularSeal2">
            <a:avLst/>
          </a:prstGeom>
          <a:solidFill>
            <a:srgbClr val="FFFF00"/>
          </a:solidFill>
          <a:ln w="25400">
            <a:solidFill>
              <a:srgbClr val="385D8A"/>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6" name="Explosion 2 21"/>
          <p:cNvSpPr>
            <a:spLocks noChangeArrowheads="1"/>
          </p:cNvSpPr>
          <p:nvPr/>
        </p:nvSpPr>
        <p:spPr bwMode="auto">
          <a:xfrm>
            <a:off x="5940425" y="5589588"/>
            <a:ext cx="642938" cy="720725"/>
          </a:xfrm>
          <a:prstGeom prst="irregularSeal2">
            <a:avLst/>
          </a:prstGeom>
          <a:solidFill>
            <a:srgbClr val="FFFF00"/>
          </a:solidFill>
          <a:ln w="25400">
            <a:solidFill>
              <a:srgbClr val="385D8A"/>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519204" name="Rectangle 36"/>
          <p:cNvSpPr>
            <a:spLocks noChangeArrowheads="1"/>
          </p:cNvSpPr>
          <p:nvPr/>
        </p:nvSpPr>
        <p:spPr bwMode="auto">
          <a:xfrm>
            <a:off x="2555875" y="3500438"/>
            <a:ext cx="431800" cy="317500"/>
          </a:xfrm>
          <a:prstGeom prst="rect">
            <a:avLst/>
          </a:prstGeom>
          <a:noFill/>
          <a:ln w="12700">
            <a:solidFill>
              <a:schemeClr val="tx1"/>
            </a:solidFill>
            <a:prstDash val="sysDot"/>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b="0">
                <a:solidFill>
                  <a:schemeClr val="tx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9200"/>
                                        </p:tgtEl>
                                        <p:attrNameLst>
                                          <p:attrName>style.visibility</p:attrName>
                                        </p:attrNameLst>
                                      </p:cBhvr>
                                      <p:to>
                                        <p:strVal val="visible"/>
                                      </p:to>
                                    </p:set>
                                    <p:anim calcmode="lin" valueType="num">
                                      <p:cBhvr additive="base">
                                        <p:cTn id="7" dur="500" fill="hold"/>
                                        <p:tgtEl>
                                          <p:spTgt spid="519200"/>
                                        </p:tgtEl>
                                        <p:attrNameLst>
                                          <p:attrName>ppt_x</p:attrName>
                                        </p:attrNameLst>
                                      </p:cBhvr>
                                      <p:tavLst>
                                        <p:tav tm="0">
                                          <p:val>
                                            <p:strVal val="#ppt_x"/>
                                          </p:val>
                                        </p:tav>
                                        <p:tav tm="100000">
                                          <p:val>
                                            <p:strVal val="#ppt_x"/>
                                          </p:val>
                                        </p:tav>
                                      </p:tavLst>
                                    </p:anim>
                                    <p:anim calcmode="lin" valueType="num">
                                      <p:cBhvr additive="base">
                                        <p:cTn id="8" dur="500" fill="hold"/>
                                        <p:tgtEl>
                                          <p:spTgt spid="5192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1" presetClass="entr" presetSubtype="0" fill="hold" grpId="0" nodeType="clickEffect">
                                  <p:stCondLst>
                                    <p:cond delay="0"/>
                                  </p:stCondLst>
                                  <p:childTnLst>
                                    <p:set>
                                      <p:cBhvr>
                                        <p:cTn id="12" dur="1000">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1" presetClass="entr" presetSubtype="0" fill="hold" grpId="0" nodeType="clickEffect">
                                  <p:stCondLst>
                                    <p:cond delay="0"/>
                                  </p:stCondLst>
                                  <p:childTnLst>
                                    <p:set>
                                      <p:cBhvr>
                                        <p:cTn id="16" dur="1000">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xit" presetSubtype="4" fill="hold" grpId="1" nodeType="clickEffect">
                                  <p:stCondLst>
                                    <p:cond delay="0"/>
                                  </p:stCondLst>
                                  <p:childTnLst>
                                    <p:anim calcmode="lin" valueType="num">
                                      <p:cBhvr additive="base">
                                        <p:cTn id="20" dur="500"/>
                                        <p:tgtEl>
                                          <p:spTgt spid="519200"/>
                                        </p:tgtEl>
                                        <p:attrNameLst>
                                          <p:attrName>ppt_x</p:attrName>
                                        </p:attrNameLst>
                                      </p:cBhvr>
                                      <p:tavLst>
                                        <p:tav tm="0">
                                          <p:val>
                                            <p:strVal val="ppt_x"/>
                                          </p:val>
                                        </p:tav>
                                        <p:tav tm="100000">
                                          <p:val>
                                            <p:strVal val="ppt_x"/>
                                          </p:val>
                                        </p:tav>
                                      </p:tavLst>
                                    </p:anim>
                                    <p:anim calcmode="lin" valueType="num">
                                      <p:cBhvr additive="base">
                                        <p:cTn id="21" dur="500"/>
                                        <p:tgtEl>
                                          <p:spTgt spid="519200"/>
                                        </p:tgtEl>
                                        <p:attrNameLst>
                                          <p:attrName>ppt_y</p:attrName>
                                        </p:attrNameLst>
                                      </p:cBhvr>
                                      <p:tavLst>
                                        <p:tav tm="0">
                                          <p:val>
                                            <p:strVal val="ppt_y"/>
                                          </p:val>
                                        </p:tav>
                                        <p:tav tm="100000">
                                          <p:val>
                                            <p:strVal val="1+ppt_h/2"/>
                                          </p:val>
                                        </p:tav>
                                      </p:tavLst>
                                    </p:anim>
                                    <p:set>
                                      <p:cBhvr>
                                        <p:cTn id="22" dur="1" fill="hold">
                                          <p:stCondLst>
                                            <p:cond delay="499"/>
                                          </p:stCondLst>
                                        </p:cTn>
                                        <p:tgtEl>
                                          <p:spTgt spid="51920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1" presetClass="entr" presetSubtype="0" fill="hold" grpId="0" nodeType="clickEffect">
                                  <p:stCondLst>
                                    <p:cond delay="0"/>
                                  </p:stCondLst>
                                  <p:childTnLst>
                                    <p:set>
                                      <p:cBhvr>
                                        <p:cTn id="26" dur="1000">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1" presetClass="entr" presetSubtype="0" fill="hold" grpId="0" nodeType="clickEffect">
                                  <p:stCondLst>
                                    <p:cond delay="0"/>
                                  </p:stCondLst>
                                  <p:childTnLst>
                                    <p:set>
                                      <p:cBhvr>
                                        <p:cTn id="30" dur="1000">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19204"/>
                                        </p:tgtEl>
                                        <p:attrNameLst>
                                          <p:attrName>style.visibility</p:attrName>
                                        </p:attrNameLst>
                                      </p:cBhvr>
                                      <p:to>
                                        <p:strVal val="visible"/>
                                      </p:to>
                                    </p:set>
                                    <p:anim calcmode="lin" valueType="num">
                                      <p:cBhvr additive="base">
                                        <p:cTn id="35" dur="500" fill="hold"/>
                                        <p:tgtEl>
                                          <p:spTgt spid="519204"/>
                                        </p:tgtEl>
                                        <p:attrNameLst>
                                          <p:attrName>ppt_x</p:attrName>
                                        </p:attrNameLst>
                                      </p:cBhvr>
                                      <p:tavLst>
                                        <p:tav tm="0">
                                          <p:val>
                                            <p:strVal val="#ppt_x"/>
                                          </p:val>
                                        </p:tav>
                                        <p:tav tm="100000">
                                          <p:val>
                                            <p:strVal val="#ppt_x"/>
                                          </p:val>
                                        </p:tav>
                                      </p:tavLst>
                                    </p:anim>
                                    <p:anim calcmode="lin" valueType="num">
                                      <p:cBhvr additive="base">
                                        <p:cTn id="36" dur="500" fill="hold"/>
                                        <p:tgtEl>
                                          <p:spTgt spid="51920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1" nodeType="clickEffect">
                                  <p:stCondLst>
                                    <p:cond delay="0"/>
                                  </p:stCondLst>
                                  <p:childTnLst>
                                    <p:anim calcmode="lin" valueType="num">
                                      <p:cBhvr additive="base">
                                        <p:cTn id="40" dur="500"/>
                                        <p:tgtEl>
                                          <p:spTgt spid="519204"/>
                                        </p:tgtEl>
                                        <p:attrNameLst>
                                          <p:attrName>ppt_x</p:attrName>
                                        </p:attrNameLst>
                                      </p:cBhvr>
                                      <p:tavLst>
                                        <p:tav tm="0">
                                          <p:val>
                                            <p:strVal val="ppt_x"/>
                                          </p:val>
                                        </p:tav>
                                        <p:tav tm="100000">
                                          <p:val>
                                            <p:strVal val="ppt_x"/>
                                          </p:val>
                                        </p:tav>
                                      </p:tavLst>
                                    </p:anim>
                                    <p:anim calcmode="lin" valueType="num">
                                      <p:cBhvr additive="base">
                                        <p:cTn id="41" dur="500"/>
                                        <p:tgtEl>
                                          <p:spTgt spid="519204"/>
                                        </p:tgtEl>
                                        <p:attrNameLst>
                                          <p:attrName>ppt_y</p:attrName>
                                        </p:attrNameLst>
                                      </p:cBhvr>
                                      <p:tavLst>
                                        <p:tav tm="0">
                                          <p:val>
                                            <p:strVal val="ppt_y"/>
                                          </p:val>
                                        </p:tav>
                                        <p:tav tm="100000">
                                          <p:val>
                                            <p:strVal val="1+ppt_h/2"/>
                                          </p:val>
                                        </p:tav>
                                      </p:tavLst>
                                    </p:anim>
                                    <p:set>
                                      <p:cBhvr>
                                        <p:cTn id="42" dur="1" fill="hold">
                                          <p:stCondLst>
                                            <p:cond delay="499"/>
                                          </p:stCondLst>
                                        </p:cTn>
                                        <p:tgtEl>
                                          <p:spTgt spid="5192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19200" grpId="0" animBg="1"/>
      <p:bldP spid="519200" grpId="1" animBg="1"/>
      <p:bldP spid="4" grpId="0" animBg="1"/>
      <p:bldP spid="5" grpId="0" animBg="1"/>
      <p:bldP spid="6" grpId="0" animBg="1"/>
      <p:bldP spid="519204" grpId="0" animBg="1"/>
      <p:bldP spid="519204" grpId="1" animBg="1"/>
    </p:bld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62466" name="Object 2"/>
          <p:cNvGraphicFramePr>
            <a:graphicFrameLocks noChangeAspect="1"/>
          </p:cNvGraphicFramePr>
          <p:nvPr>
            <p:ph sz="quarter" idx="1"/>
          </p:nvPr>
        </p:nvGraphicFramePr>
        <p:xfrm>
          <a:off x="2346325" y="1973263"/>
          <a:ext cx="255588" cy="279400"/>
        </p:xfrm>
        <a:graphic>
          <a:graphicData uri="http://schemas.openxmlformats.org/presentationml/2006/ole">
            <p:oleObj spid="_x0000_s62466" name="Equation" r:id="rId3" imgW="241200" imgH="253800" progId="Equation.3">
              <p:embed/>
            </p:oleObj>
          </a:graphicData>
        </a:graphic>
      </p:graphicFrame>
      <p:graphicFrame>
        <p:nvGraphicFramePr>
          <p:cNvPr id="62467" name="Object 3"/>
          <p:cNvGraphicFramePr>
            <a:graphicFrameLocks noChangeAspect="1"/>
          </p:cNvGraphicFramePr>
          <p:nvPr>
            <p:ph sz="quarter" idx="2"/>
          </p:nvPr>
        </p:nvGraphicFramePr>
        <p:xfrm>
          <a:off x="5943600" y="1987550"/>
          <a:ext cx="1452563" cy="252413"/>
        </p:xfrm>
        <a:graphic>
          <a:graphicData uri="http://schemas.openxmlformats.org/presentationml/2006/ole">
            <p:oleObj spid="_x0000_s62467" name="Equation" r:id="rId4" imgW="1371600" imgH="228600" progId="Equation.3">
              <p:embed/>
            </p:oleObj>
          </a:graphicData>
        </a:graphic>
      </p:graphicFrame>
      <p:graphicFrame>
        <p:nvGraphicFramePr>
          <p:cNvPr id="62468" name="Object 4"/>
          <p:cNvGraphicFramePr>
            <a:graphicFrameLocks noChangeAspect="1"/>
          </p:cNvGraphicFramePr>
          <p:nvPr>
            <p:ph sz="quarter" idx="3"/>
          </p:nvPr>
        </p:nvGraphicFramePr>
        <p:xfrm>
          <a:off x="2346325" y="4321175"/>
          <a:ext cx="255588" cy="279400"/>
        </p:xfrm>
        <a:graphic>
          <a:graphicData uri="http://schemas.openxmlformats.org/presentationml/2006/ole">
            <p:oleObj spid="_x0000_s62468" name="Equation" r:id="rId5" imgW="241200" imgH="253800" progId="Equation.3">
              <p:embed/>
            </p:oleObj>
          </a:graphicData>
        </a:graphic>
      </p:graphicFrame>
      <p:pic>
        <p:nvPicPr>
          <p:cNvPr id="62470" name="Picture 6"/>
          <p:cNvPicPr>
            <a:picLocks noChangeAspect="1" noChangeArrowheads="1"/>
          </p:cNvPicPr>
          <p:nvPr/>
        </p:nvPicPr>
        <p:blipFill>
          <a:blip r:embed="rId6"/>
          <a:srcRect/>
          <a:stretch>
            <a:fillRect/>
          </a:stretch>
        </p:blipFill>
        <p:spPr bwMode="auto">
          <a:xfrm>
            <a:off x="1258888" y="1916113"/>
            <a:ext cx="6264275" cy="4149725"/>
          </a:xfrm>
          <a:prstGeom prst="rect">
            <a:avLst/>
          </a:prstGeom>
          <a:noFill/>
          <a:ln w="12700">
            <a:noFill/>
            <a:miter lim="800000"/>
            <a:headEnd type="none" w="lg" len="lg"/>
            <a:tailEnd type="none" w="lg" len="lg"/>
          </a:ln>
        </p:spPr>
      </p:pic>
      <p:sp>
        <p:nvSpPr>
          <p:cNvPr id="62471" name="Rectangle 7"/>
          <p:cNvSpPr>
            <a:spLocks noChangeArrowheads="1"/>
          </p:cNvSpPr>
          <p:nvPr/>
        </p:nvSpPr>
        <p:spPr bwMode="auto">
          <a:xfrm>
            <a:off x="4067175" y="1628775"/>
            <a:ext cx="946150"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i="1">
                <a:solidFill>
                  <a:srgbClr val="FF0000"/>
                </a:solidFill>
                <a:latin typeface="Times New Roman" pitchFamily="-28" charset="0"/>
              </a:rPr>
              <a:t>Adding</a:t>
            </a:r>
          </a:p>
        </p:txBody>
      </p:sp>
      <p:pic>
        <p:nvPicPr>
          <p:cNvPr id="62472" name="Picture 8"/>
          <p:cNvPicPr>
            <a:picLocks noChangeAspect="1" noChangeArrowheads="1"/>
          </p:cNvPicPr>
          <p:nvPr/>
        </p:nvPicPr>
        <p:blipFill>
          <a:blip r:embed="rId7"/>
          <a:srcRect/>
          <a:stretch>
            <a:fillRect/>
          </a:stretch>
        </p:blipFill>
        <p:spPr bwMode="auto">
          <a:xfrm flipV="1">
            <a:off x="5364163" y="4652963"/>
            <a:ext cx="1223962" cy="611187"/>
          </a:xfrm>
          <a:prstGeom prst="rect">
            <a:avLst/>
          </a:prstGeom>
          <a:noFill/>
          <a:ln w="12700">
            <a:noFill/>
            <a:miter lim="800000"/>
            <a:headEnd type="none" w="lg" len="lg"/>
            <a:tailEnd type="none" w="lg" len="lg"/>
          </a:ln>
        </p:spPr>
      </p:pic>
      <p:pic>
        <p:nvPicPr>
          <p:cNvPr id="62473" name="Picture 9"/>
          <p:cNvPicPr>
            <a:picLocks noChangeAspect="1" noChangeArrowheads="1"/>
          </p:cNvPicPr>
          <p:nvPr/>
        </p:nvPicPr>
        <p:blipFill>
          <a:blip r:embed="rId7"/>
          <a:srcRect/>
          <a:stretch>
            <a:fillRect/>
          </a:stretch>
        </p:blipFill>
        <p:spPr bwMode="auto">
          <a:xfrm flipV="1">
            <a:off x="3419475" y="2060575"/>
            <a:ext cx="719138" cy="287338"/>
          </a:xfrm>
          <a:prstGeom prst="rect">
            <a:avLst/>
          </a:prstGeom>
          <a:noFill/>
          <a:ln w="12700">
            <a:noFill/>
            <a:miter lim="800000"/>
            <a:headEnd type="none" w="lg" len="lg"/>
            <a:tailEnd type="none" w="lg" len="lg"/>
          </a:ln>
        </p:spPr>
      </p:pic>
      <p:sp>
        <p:nvSpPr>
          <p:cNvPr id="62474" name="Freeform 24"/>
          <p:cNvSpPr>
            <a:spLocks/>
          </p:cNvSpPr>
          <p:nvPr/>
        </p:nvSpPr>
        <p:spPr bwMode="auto">
          <a:xfrm>
            <a:off x="4356100" y="4849813"/>
            <a:ext cx="2305050" cy="15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sp>
        <p:nvSpPr>
          <p:cNvPr id="62475" name="Freeform 24"/>
          <p:cNvSpPr>
            <a:spLocks/>
          </p:cNvSpPr>
          <p:nvPr/>
        </p:nvSpPr>
        <p:spPr bwMode="auto">
          <a:xfrm>
            <a:off x="6022975" y="4641850"/>
            <a:ext cx="3175" cy="719138"/>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62476" name="Picture 12"/>
          <p:cNvPicPr>
            <a:picLocks noChangeAspect="1" noChangeArrowheads="1"/>
          </p:cNvPicPr>
          <p:nvPr/>
        </p:nvPicPr>
        <p:blipFill>
          <a:blip r:embed="rId7"/>
          <a:srcRect/>
          <a:stretch>
            <a:fillRect/>
          </a:stretch>
        </p:blipFill>
        <p:spPr bwMode="auto">
          <a:xfrm flipV="1">
            <a:off x="4859338" y="3068638"/>
            <a:ext cx="865187" cy="431800"/>
          </a:xfrm>
          <a:prstGeom prst="rect">
            <a:avLst/>
          </a:prstGeom>
          <a:noFill/>
          <a:ln w="12700">
            <a:noFill/>
            <a:miter lim="800000"/>
            <a:headEnd type="none" w="lg" len="lg"/>
            <a:tailEnd type="none" w="lg" len="lg"/>
          </a:ln>
        </p:spPr>
      </p:pic>
      <p:sp>
        <p:nvSpPr>
          <p:cNvPr id="62477" name="Rectangle 13"/>
          <p:cNvSpPr>
            <a:spLocks noChangeArrowheads="1"/>
          </p:cNvSpPr>
          <p:nvPr/>
        </p:nvSpPr>
        <p:spPr bwMode="auto">
          <a:xfrm>
            <a:off x="3348038" y="1628775"/>
            <a:ext cx="2376487" cy="2519363"/>
          </a:xfrm>
          <a:prstGeom prst="rect">
            <a:avLst/>
          </a:prstGeom>
          <a:noFill/>
          <a:ln w="25400">
            <a:solidFill>
              <a:srgbClr val="FF0000"/>
            </a:solidFill>
            <a:miter lim="800000"/>
            <a:headEnd/>
            <a:tailEnd/>
          </a:ln>
        </p:spPr>
        <p:txBody>
          <a:bodyPr>
            <a:prstTxWarp prst="textNoShape">
              <a:avLst/>
            </a:prstTxWarp>
          </a:bodyPr>
          <a:lstStyle/>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None/>
            </a:pPr>
            <a:endParaRPr lang="ko-KR" altLang="en-US" sz="1200" b="0">
              <a:solidFill>
                <a:schemeClr val="tx1"/>
              </a:solidFill>
              <a:latin typeface="Calibri" pitchFamily="-28" charset="0"/>
            </a:endParaRPr>
          </a:p>
        </p:txBody>
      </p:sp>
      <p:graphicFrame>
        <p:nvGraphicFramePr>
          <p:cNvPr id="62469" name="Object 5"/>
          <p:cNvGraphicFramePr>
            <a:graphicFrameLocks noChangeAspect="1"/>
          </p:cNvGraphicFramePr>
          <p:nvPr/>
        </p:nvGraphicFramePr>
        <p:xfrm>
          <a:off x="1093788" y="2781300"/>
          <a:ext cx="376237" cy="503238"/>
        </p:xfrm>
        <a:graphic>
          <a:graphicData uri="http://schemas.openxmlformats.org/presentationml/2006/ole">
            <p:oleObj spid="_x0000_s62469" name="Equation" r:id="rId8" imgW="190440" imgH="253800" progId="Equation.3">
              <p:embed/>
            </p:oleObj>
          </a:graphicData>
        </a:graphic>
      </p:graphicFrame>
      <p:sp>
        <p:nvSpPr>
          <p:cNvPr id="62478" name="Explosion 2 21"/>
          <p:cNvSpPr>
            <a:spLocks noChangeArrowheads="1"/>
          </p:cNvSpPr>
          <p:nvPr/>
        </p:nvSpPr>
        <p:spPr bwMode="auto">
          <a:xfrm>
            <a:off x="6373813" y="5300663"/>
            <a:ext cx="642937" cy="714375"/>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pic>
        <p:nvPicPr>
          <p:cNvPr id="62479" name="Picture 17"/>
          <p:cNvPicPr>
            <a:picLocks noChangeAspect="1" noChangeArrowheads="1"/>
          </p:cNvPicPr>
          <p:nvPr/>
        </p:nvPicPr>
        <p:blipFill>
          <a:blip r:embed="rId7"/>
          <a:srcRect/>
          <a:stretch>
            <a:fillRect/>
          </a:stretch>
        </p:blipFill>
        <p:spPr bwMode="auto">
          <a:xfrm flipV="1">
            <a:off x="6300788" y="5229225"/>
            <a:ext cx="1008062" cy="935038"/>
          </a:xfrm>
          <a:prstGeom prst="rect">
            <a:avLst/>
          </a:prstGeom>
          <a:noFill/>
          <a:ln w="12700">
            <a:noFill/>
            <a:miter lim="800000"/>
            <a:headEnd type="none" w="lg" len="lg"/>
            <a:tailEnd type="none" w="lg" len="lg"/>
          </a:ln>
        </p:spPr>
      </p:pic>
      <p:sp>
        <p:nvSpPr>
          <p:cNvPr id="62480" name="Rectangle 20"/>
          <p:cNvSpPr>
            <a:spLocks noChangeArrowheads="1"/>
          </p:cNvSpPr>
          <p:nvPr/>
        </p:nvSpPr>
        <p:spPr bwMode="auto">
          <a:xfrm>
            <a:off x="7451725" y="4579938"/>
            <a:ext cx="760413"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62481" name="Picture 21"/>
          <p:cNvPicPr>
            <a:picLocks noChangeAspect="1" noChangeArrowheads="1"/>
          </p:cNvPicPr>
          <p:nvPr/>
        </p:nvPicPr>
        <p:blipFill>
          <a:blip r:embed="rId7"/>
          <a:srcRect/>
          <a:stretch>
            <a:fillRect/>
          </a:stretch>
        </p:blipFill>
        <p:spPr bwMode="auto">
          <a:xfrm flipV="1">
            <a:off x="7451725" y="4292600"/>
            <a:ext cx="1008063" cy="1020763"/>
          </a:xfrm>
          <a:prstGeom prst="rect">
            <a:avLst/>
          </a:prstGeom>
          <a:noFill/>
          <a:ln w="12700">
            <a:noFill/>
            <a:miter lim="800000"/>
            <a:headEnd type="none" w="lg" len="lg"/>
            <a:tailEnd type="none" w="lg" len="lg"/>
          </a:ln>
        </p:spPr>
      </p:pic>
      <p:sp>
        <p:nvSpPr>
          <p:cNvPr id="62482" name="Explosion 2 21"/>
          <p:cNvSpPr>
            <a:spLocks noChangeArrowheads="1"/>
          </p:cNvSpPr>
          <p:nvPr/>
        </p:nvSpPr>
        <p:spPr bwMode="auto">
          <a:xfrm>
            <a:off x="7451725" y="4364038"/>
            <a:ext cx="642938" cy="779462"/>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62483" name="Rectangle 23"/>
          <p:cNvSpPr>
            <a:spLocks noChangeArrowheads="1"/>
          </p:cNvSpPr>
          <p:nvPr/>
        </p:nvSpPr>
        <p:spPr bwMode="auto">
          <a:xfrm>
            <a:off x="6373813" y="5516563"/>
            <a:ext cx="760412"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62484" name="Picture 25"/>
          <p:cNvPicPr>
            <a:picLocks noChangeAspect="1" noChangeArrowheads="1"/>
          </p:cNvPicPr>
          <p:nvPr/>
        </p:nvPicPr>
        <p:blipFill>
          <a:blip r:embed="rId7"/>
          <a:srcRect/>
          <a:stretch>
            <a:fillRect/>
          </a:stretch>
        </p:blipFill>
        <p:spPr bwMode="auto">
          <a:xfrm flipV="1">
            <a:off x="7380288" y="4221163"/>
            <a:ext cx="1439862" cy="1101725"/>
          </a:xfrm>
          <a:prstGeom prst="rect">
            <a:avLst/>
          </a:prstGeom>
          <a:noFill/>
          <a:ln w="12700">
            <a:noFill/>
            <a:miter lim="800000"/>
            <a:headEnd type="none" w="lg" len="lg"/>
            <a:tailEnd type="none" w="lg" len="lg"/>
          </a:ln>
        </p:spPr>
      </p:pic>
      <p:pic>
        <p:nvPicPr>
          <p:cNvPr id="62485" name="Picture 26"/>
          <p:cNvPicPr>
            <a:picLocks noChangeAspect="1" noChangeArrowheads="1"/>
          </p:cNvPicPr>
          <p:nvPr/>
        </p:nvPicPr>
        <p:blipFill>
          <a:blip r:embed="rId7"/>
          <a:srcRect/>
          <a:stretch>
            <a:fillRect/>
          </a:stretch>
        </p:blipFill>
        <p:spPr bwMode="auto">
          <a:xfrm flipV="1">
            <a:off x="6372225" y="5445125"/>
            <a:ext cx="1366838" cy="576263"/>
          </a:xfrm>
          <a:prstGeom prst="rect">
            <a:avLst/>
          </a:prstGeom>
          <a:noFill/>
          <a:ln w="12700">
            <a:noFill/>
            <a:miter lim="800000"/>
            <a:headEnd type="none" w="lg" len="lg"/>
            <a:tailEnd type="none" w="lg" len="lg"/>
          </a:ln>
        </p:spPr>
      </p:pic>
      <p:pic>
        <p:nvPicPr>
          <p:cNvPr id="62486" name="Picture 27"/>
          <p:cNvPicPr>
            <a:picLocks noChangeAspect="1" noChangeArrowheads="1"/>
          </p:cNvPicPr>
          <p:nvPr/>
        </p:nvPicPr>
        <p:blipFill>
          <a:blip r:embed="rId7"/>
          <a:srcRect/>
          <a:stretch>
            <a:fillRect/>
          </a:stretch>
        </p:blipFill>
        <p:spPr bwMode="auto">
          <a:xfrm flipV="1">
            <a:off x="3203575" y="1268413"/>
            <a:ext cx="2592388" cy="2952750"/>
          </a:xfrm>
          <a:prstGeom prst="rect">
            <a:avLst/>
          </a:prstGeom>
          <a:noFill/>
          <a:ln w="12700">
            <a:noFill/>
            <a:miter lim="800000"/>
            <a:headEnd type="none" w="lg" len="lg"/>
            <a:tailEnd type="none" w="lg" len="lg"/>
          </a:ln>
        </p:spPr>
      </p:pic>
      <p:sp>
        <p:nvSpPr>
          <p:cNvPr id="62487" name="Freeform 24"/>
          <p:cNvSpPr>
            <a:spLocks/>
          </p:cNvSpPr>
          <p:nvPr/>
        </p:nvSpPr>
        <p:spPr bwMode="auto">
          <a:xfrm>
            <a:off x="2987675" y="3032125"/>
            <a:ext cx="3022600" cy="1588"/>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62488" name="Picture 29"/>
          <p:cNvPicPr>
            <a:picLocks noChangeAspect="1" noChangeArrowheads="1"/>
          </p:cNvPicPr>
          <p:nvPr/>
        </p:nvPicPr>
        <p:blipFill>
          <a:blip r:embed="rId7"/>
          <a:srcRect/>
          <a:stretch>
            <a:fillRect/>
          </a:stretch>
        </p:blipFill>
        <p:spPr bwMode="auto">
          <a:xfrm flipV="1">
            <a:off x="6372225" y="2276475"/>
            <a:ext cx="1439863" cy="1101725"/>
          </a:xfrm>
          <a:prstGeom prst="rect">
            <a:avLst/>
          </a:prstGeom>
          <a:noFill/>
          <a:ln w="12700">
            <a:noFill/>
            <a:miter lim="800000"/>
            <a:headEnd type="none" w="lg" len="lg"/>
            <a:tailEnd type="none" w="lg" len="lg"/>
          </a:ln>
        </p:spPr>
      </p:pic>
      <p:pic>
        <p:nvPicPr>
          <p:cNvPr id="62489" name="Picture 30"/>
          <p:cNvPicPr>
            <a:picLocks noChangeAspect="1" noChangeArrowheads="1"/>
          </p:cNvPicPr>
          <p:nvPr/>
        </p:nvPicPr>
        <p:blipFill>
          <a:blip r:embed="rId7"/>
          <a:srcRect/>
          <a:stretch>
            <a:fillRect/>
          </a:stretch>
        </p:blipFill>
        <p:spPr bwMode="auto">
          <a:xfrm flipV="1">
            <a:off x="6038850" y="1931988"/>
            <a:ext cx="936625" cy="1101725"/>
          </a:xfrm>
          <a:prstGeom prst="rect">
            <a:avLst/>
          </a:prstGeom>
          <a:noFill/>
          <a:ln w="12700">
            <a:noFill/>
            <a:miter lim="800000"/>
            <a:headEnd type="none" w="lg" len="lg"/>
            <a:tailEnd type="none" w="lg" len="lg"/>
          </a:ln>
        </p:spPr>
      </p:pic>
      <p:sp>
        <p:nvSpPr>
          <p:cNvPr id="62490" name="Rectangle 31"/>
          <p:cNvSpPr>
            <a:spLocks noChangeArrowheads="1"/>
          </p:cNvSpPr>
          <p:nvPr/>
        </p:nvSpPr>
        <p:spPr bwMode="auto">
          <a:xfrm>
            <a:off x="5651500" y="2565400"/>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62491" name="Rectangle 32"/>
          <p:cNvSpPr>
            <a:spLocks noChangeArrowheads="1"/>
          </p:cNvSpPr>
          <p:nvPr/>
        </p:nvSpPr>
        <p:spPr bwMode="auto">
          <a:xfrm>
            <a:off x="2627313" y="5084763"/>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62492" name="Rectangle 33"/>
          <p:cNvSpPr>
            <a:spLocks noChangeArrowheads="1"/>
          </p:cNvSpPr>
          <p:nvPr/>
        </p:nvSpPr>
        <p:spPr bwMode="auto">
          <a:xfrm>
            <a:off x="2195513" y="2492375"/>
            <a:ext cx="541337"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BS1</a:t>
            </a:r>
          </a:p>
        </p:txBody>
      </p:sp>
      <p:sp>
        <p:nvSpPr>
          <p:cNvPr id="62493" name="Rectangle 39"/>
          <p:cNvSpPr>
            <a:spLocks noGrp="1"/>
          </p:cNvSpPr>
          <p:nvPr>
            <p:ph type="title" sz="quarter"/>
          </p:nvPr>
        </p:nvSpPr>
        <p:spPr>
          <a:xfrm>
            <a:off x="468313" y="333375"/>
            <a:ext cx="8229600" cy="1143000"/>
          </a:xfrm>
          <a:noFill/>
        </p:spPr>
        <p:txBody>
          <a:bodyPr/>
          <a:lstStyle/>
          <a:p>
            <a:r>
              <a:rPr lang="en-US" altLang="ko-KR" sz="3200" b="1">
                <a:solidFill>
                  <a:schemeClr val="accent2"/>
                </a:solidFill>
                <a:ea typeface="굴림" pitchFamily="-28" charset="-127"/>
                <a:cs typeface="굴림" pitchFamily="-28" charset="-127"/>
              </a:rPr>
              <a:t>Delayed-choice experiment (</a:t>
            </a:r>
            <a:r>
              <a:rPr lang="en-US" altLang="ko-KR" sz="2800" b="1">
                <a:solidFill>
                  <a:schemeClr val="accent2"/>
                </a:solidFill>
                <a:ea typeface="굴림" pitchFamily="-28" charset="-127"/>
                <a:cs typeface="굴림" pitchFamily="-28" charset="-127"/>
              </a:rPr>
              <a:t>Wheeler</a:t>
            </a:r>
            <a:r>
              <a:rPr lang="en-US" altLang="ko-KR" sz="3200" b="1">
                <a:solidFill>
                  <a:schemeClr val="accent2"/>
                </a:solidFill>
                <a:ea typeface="굴림" pitchFamily="-28" charset="-127"/>
                <a:cs typeface="굴림" pitchFamily="-28" charset="-127"/>
              </a:rPr>
              <a:t>):  </a:t>
            </a:r>
            <a:br>
              <a:rPr lang="en-US" altLang="ko-KR" sz="3200" b="1">
                <a:solidFill>
                  <a:schemeClr val="accent2"/>
                </a:solidFill>
                <a:ea typeface="굴림" pitchFamily="-28" charset="-127"/>
                <a:cs typeface="굴림" pitchFamily="-28" charset="-127"/>
              </a:rPr>
            </a:br>
            <a:r>
              <a:rPr lang="en-US" altLang="ko-KR" sz="3200" b="1">
                <a:solidFill>
                  <a:schemeClr val="accent2"/>
                </a:solidFill>
                <a:ea typeface="굴림" pitchFamily="-28" charset="-127"/>
                <a:cs typeface="굴림" pitchFamily="-28" charset="-127"/>
              </a:rPr>
              <a:t>quantum optics version</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3494" name="Rectangle 2"/>
          <p:cNvSpPr>
            <a:spLocks noGrp="1"/>
          </p:cNvSpPr>
          <p:nvPr>
            <p:ph type="title" sz="quarter"/>
          </p:nvPr>
        </p:nvSpPr>
        <p:spPr>
          <a:xfrm>
            <a:off x="457200" y="274638"/>
            <a:ext cx="8229600" cy="1143000"/>
          </a:xfrm>
        </p:spPr>
        <p:txBody>
          <a:bodyPr/>
          <a:lstStyle/>
          <a:p>
            <a:r>
              <a:rPr lang="en-US" altLang="ko-KR" sz="3200" b="1">
                <a:solidFill>
                  <a:schemeClr val="accent2"/>
                </a:solidFill>
                <a:ea typeface="굴림" pitchFamily="-28" charset="-127"/>
                <a:cs typeface="굴림" pitchFamily="-28" charset="-127"/>
              </a:rPr>
              <a:t>Delayed-choice experiment (</a:t>
            </a:r>
            <a:r>
              <a:rPr lang="en-US" altLang="ko-KR" sz="2800" b="1">
                <a:solidFill>
                  <a:schemeClr val="accent2"/>
                </a:solidFill>
                <a:ea typeface="굴림" pitchFamily="-28" charset="-127"/>
                <a:cs typeface="굴림" pitchFamily="-28" charset="-127"/>
              </a:rPr>
              <a:t>Wheeler</a:t>
            </a:r>
            <a:r>
              <a:rPr lang="en-US" altLang="ko-KR" sz="3200" b="1">
                <a:solidFill>
                  <a:schemeClr val="accent2"/>
                </a:solidFill>
                <a:ea typeface="굴림" pitchFamily="-28" charset="-127"/>
                <a:cs typeface="굴림" pitchFamily="-28" charset="-127"/>
              </a:rPr>
              <a:t>):   quantum optics version</a:t>
            </a:r>
          </a:p>
        </p:txBody>
      </p:sp>
      <p:graphicFrame>
        <p:nvGraphicFramePr>
          <p:cNvPr id="63490" name="Object 2"/>
          <p:cNvGraphicFramePr>
            <a:graphicFrameLocks noChangeAspect="1"/>
          </p:cNvGraphicFramePr>
          <p:nvPr>
            <p:ph sz="quarter" idx="1"/>
          </p:nvPr>
        </p:nvGraphicFramePr>
        <p:xfrm>
          <a:off x="2346325" y="1973263"/>
          <a:ext cx="255588" cy="279400"/>
        </p:xfrm>
        <a:graphic>
          <a:graphicData uri="http://schemas.openxmlformats.org/presentationml/2006/ole">
            <p:oleObj spid="_x0000_s63490" name="Equation" r:id="rId3" imgW="241200" imgH="253800" progId="Equation.3">
              <p:embed/>
            </p:oleObj>
          </a:graphicData>
        </a:graphic>
      </p:graphicFrame>
      <p:graphicFrame>
        <p:nvGraphicFramePr>
          <p:cNvPr id="63491" name="Object 3"/>
          <p:cNvGraphicFramePr>
            <a:graphicFrameLocks noChangeAspect="1"/>
          </p:cNvGraphicFramePr>
          <p:nvPr>
            <p:ph sz="quarter" idx="2"/>
          </p:nvPr>
        </p:nvGraphicFramePr>
        <p:xfrm>
          <a:off x="5943600" y="1987550"/>
          <a:ext cx="1452563" cy="252413"/>
        </p:xfrm>
        <a:graphic>
          <a:graphicData uri="http://schemas.openxmlformats.org/presentationml/2006/ole">
            <p:oleObj spid="_x0000_s63491" name="Equation" r:id="rId4" imgW="1371600" imgH="228600" progId="Equation.3">
              <p:embed/>
            </p:oleObj>
          </a:graphicData>
        </a:graphic>
      </p:graphicFrame>
      <p:graphicFrame>
        <p:nvGraphicFramePr>
          <p:cNvPr id="63492" name="Object 4"/>
          <p:cNvGraphicFramePr>
            <a:graphicFrameLocks noChangeAspect="1"/>
          </p:cNvGraphicFramePr>
          <p:nvPr>
            <p:ph sz="quarter" idx="3"/>
          </p:nvPr>
        </p:nvGraphicFramePr>
        <p:xfrm>
          <a:off x="2346325" y="4321175"/>
          <a:ext cx="255588" cy="279400"/>
        </p:xfrm>
        <a:graphic>
          <a:graphicData uri="http://schemas.openxmlformats.org/presentationml/2006/ole">
            <p:oleObj spid="_x0000_s63492" name="Equation" r:id="rId5" imgW="241200" imgH="253800" progId="Equation.3">
              <p:embed/>
            </p:oleObj>
          </a:graphicData>
        </a:graphic>
      </p:graphicFrame>
      <p:pic>
        <p:nvPicPr>
          <p:cNvPr id="63495" name="Picture 6"/>
          <p:cNvPicPr>
            <a:picLocks noChangeAspect="1" noChangeArrowheads="1"/>
          </p:cNvPicPr>
          <p:nvPr/>
        </p:nvPicPr>
        <p:blipFill>
          <a:blip r:embed="rId6"/>
          <a:srcRect/>
          <a:stretch>
            <a:fillRect/>
          </a:stretch>
        </p:blipFill>
        <p:spPr bwMode="auto">
          <a:xfrm>
            <a:off x="1258888" y="1916113"/>
            <a:ext cx="6264275" cy="4149725"/>
          </a:xfrm>
          <a:prstGeom prst="rect">
            <a:avLst/>
          </a:prstGeom>
          <a:noFill/>
          <a:ln w="12700">
            <a:noFill/>
            <a:miter lim="800000"/>
            <a:headEnd type="none" w="lg" len="lg"/>
            <a:tailEnd type="none" w="lg" len="lg"/>
          </a:ln>
        </p:spPr>
      </p:pic>
      <p:sp>
        <p:nvSpPr>
          <p:cNvPr id="63496" name="Rectangle 7"/>
          <p:cNvSpPr>
            <a:spLocks noChangeArrowheads="1"/>
          </p:cNvSpPr>
          <p:nvPr/>
        </p:nvSpPr>
        <p:spPr bwMode="auto">
          <a:xfrm>
            <a:off x="4067175" y="1628775"/>
            <a:ext cx="946150"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i="1">
                <a:solidFill>
                  <a:srgbClr val="FF0000"/>
                </a:solidFill>
                <a:latin typeface="Times New Roman" pitchFamily="-28" charset="0"/>
              </a:rPr>
              <a:t>Adding</a:t>
            </a:r>
          </a:p>
        </p:txBody>
      </p:sp>
      <p:pic>
        <p:nvPicPr>
          <p:cNvPr id="63497" name="Picture 9"/>
          <p:cNvPicPr>
            <a:picLocks noChangeAspect="1" noChangeArrowheads="1"/>
          </p:cNvPicPr>
          <p:nvPr/>
        </p:nvPicPr>
        <p:blipFill>
          <a:blip r:embed="rId7"/>
          <a:srcRect/>
          <a:stretch>
            <a:fillRect/>
          </a:stretch>
        </p:blipFill>
        <p:spPr bwMode="auto">
          <a:xfrm flipV="1">
            <a:off x="3419475" y="2060575"/>
            <a:ext cx="719138" cy="287338"/>
          </a:xfrm>
          <a:prstGeom prst="rect">
            <a:avLst/>
          </a:prstGeom>
          <a:noFill/>
          <a:ln w="12700">
            <a:noFill/>
            <a:miter lim="800000"/>
            <a:headEnd type="none" w="lg" len="lg"/>
            <a:tailEnd type="none" w="lg" len="lg"/>
          </a:ln>
        </p:spPr>
      </p:pic>
      <p:sp>
        <p:nvSpPr>
          <p:cNvPr id="63498" name="Freeform 24"/>
          <p:cNvSpPr>
            <a:spLocks/>
          </p:cNvSpPr>
          <p:nvPr/>
        </p:nvSpPr>
        <p:spPr bwMode="auto">
          <a:xfrm>
            <a:off x="4356100" y="4849813"/>
            <a:ext cx="2305050" cy="15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sp>
        <p:nvSpPr>
          <p:cNvPr id="63499" name="Freeform 24"/>
          <p:cNvSpPr>
            <a:spLocks/>
          </p:cNvSpPr>
          <p:nvPr/>
        </p:nvSpPr>
        <p:spPr bwMode="auto">
          <a:xfrm>
            <a:off x="6022975" y="4641850"/>
            <a:ext cx="3175" cy="719138"/>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63500" name="Picture 12"/>
          <p:cNvPicPr>
            <a:picLocks noChangeAspect="1" noChangeArrowheads="1"/>
          </p:cNvPicPr>
          <p:nvPr/>
        </p:nvPicPr>
        <p:blipFill>
          <a:blip r:embed="rId7"/>
          <a:srcRect/>
          <a:stretch>
            <a:fillRect/>
          </a:stretch>
        </p:blipFill>
        <p:spPr bwMode="auto">
          <a:xfrm flipV="1">
            <a:off x="4859338" y="3068638"/>
            <a:ext cx="865187" cy="431800"/>
          </a:xfrm>
          <a:prstGeom prst="rect">
            <a:avLst/>
          </a:prstGeom>
          <a:noFill/>
          <a:ln w="12700">
            <a:noFill/>
            <a:miter lim="800000"/>
            <a:headEnd type="none" w="lg" len="lg"/>
            <a:tailEnd type="none" w="lg" len="lg"/>
          </a:ln>
        </p:spPr>
      </p:pic>
      <p:sp>
        <p:nvSpPr>
          <p:cNvPr id="63501" name="Rectangle 13"/>
          <p:cNvSpPr>
            <a:spLocks noChangeArrowheads="1"/>
          </p:cNvSpPr>
          <p:nvPr/>
        </p:nvSpPr>
        <p:spPr bwMode="auto">
          <a:xfrm>
            <a:off x="3348038" y="1628775"/>
            <a:ext cx="2376487" cy="2519363"/>
          </a:xfrm>
          <a:prstGeom prst="rect">
            <a:avLst/>
          </a:prstGeom>
          <a:noFill/>
          <a:ln w="25400">
            <a:solidFill>
              <a:srgbClr val="FF0000"/>
            </a:solidFill>
            <a:miter lim="800000"/>
            <a:headEnd/>
            <a:tailEnd/>
          </a:ln>
        </p:spPr>
        <p:txBody>
          <a:bodyPr>
            <a:prstTxWarp prst="textNoShape">
              <a:avLst/>
            </a:prstTxWarp>
          </a:bodyPr>
          <a:lstStyle/>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Char char="•"/>
            </a:pPr>
            <a:endParaRPr lang="ko-KR" altLang="en-US" sz="1200" b="0">
              <a:solidFill>
                <a:schemeClr val="tx1"/>
              </a:solidFill>
              <a:latin typeface="Calibri" pitchFamily="-28" charset="0"/>
            </a:endParaRPr>
          </a:p>
          <a:p>
            <a:pPr marL="342900" indent="-342900" eaLnBrk="0" hangingPunct="0">
              <a:lnSpc>
                <a:spcPct val="80000"/>
              </a:lnSpc>
              <a:buFont typeface="Arial" pitchFamily="-28" charset="0"/>
              <a:buNone/>
            </a:pPr>
            <a:endParaRPr lang="ko-KR" altLang="en-US" sz="1200" b="0">
              <a:solidFill>
                <a:schemeClr val="tx1"/>
              </a:solidFill>
              <a:latin typeface="Calibri" pitchFamily="-28" charset="0"/>
            </a:endParaRPr>
          </a:p>
        </p:txBody>
      </p:sp>
      <p:graphicFrame>
        <p:nvGraphicFramePr>
          <p:cNvPr id="63493" name="Object 5"/>
          <p:cNvGraphicFramePr>
            <a:graphicFrameLocks noChangeAspect="1"/>
          </p:cNvGraphicFramePr>
          <p:nvPr/>
        </p:nvGraphicFramePr>
        <p:xfrm>
          <a:off x="1093788" y="2781300"/>
          <a:ext cx="376237" cy="503238"/>
        </p:xfrm>
        <a:graphic>
          <a:graphicData uri="http://schemas.openxmlformats.org/presentationml/2006/ole">
            <p:oleObj spid="_x0000_s63493" name="Equation" r:id="rId8" imgW="190440" imgH="253800" progId="Equation.3">
              <p:embed/>
            </p:oleObj>
          </a:graphicData>
        </a:graphic>
      </p:graphicFrame>
      <p:sp>
        <p:nvSpPr>
          <p:cNvPr id="63502" name="Explosion 2 21"/>
          <p:cNvSpPr>
            <a:spLocks noChangeArrowheads="1"/>
          </p:cNvSpPr>
          <p:nvPr/>
        </p:nvSpPr>
        <p:spPr bwMode="auto">
          <a:xfrm>
            <a:off x="6373813" y="5300663"/>
            <a:ext cx="642937" cy="714375"/>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pic>
        <p:nvPicPr>
          <p:cNvPr id="63503" name="Picture 17"/>
          <p:cNvPicPr>
            <a:picLocks noChangeAspect="1" noChangeArrowheads="1"/>
          </p:cNvPicPr>
          <p:nvPr/>
        </p:nvPicPr>
        <p:blipFill>
          <a:blip r:embed="rId7"/>
          <a:srcRect/>
          <a:stretch>
            <a:fillRect/>
          </a:stretch>
        </p:blipFill>
        <p:spPr bwMode="auto">
          <a:xfrm flipV="1">
            <a:off x="6300788" y="5229225"/>
            <a:ext cx="1008062" cy="935038"/>
          </a:xfrm>
          <a:prstGeom prst="rect">
            <a:avLst/>
          </a:prstGeom>
          <a:noFill/>
          <a:ln w="12700">
            <a:noFill/>
            <a:miter lim="800000"/>
            <a:headEnd type="none" w="lg" len="lg"/>
            <a:tailEnd type="none" w="lg" len="lg"/>
          </a:ln>
        </p:spPr>
      </p:pic>
      <p:sp>
        <p:nvSpPr>
          <p:cNvPr id="63504" name="Rectangle 20"/>
          <p:cNvSpPr>
            <a:spLocks noChangeArrowheads="1"/>
          </p:cNvSpPr>
          <p:nvPr/>
        </p:nvSpPr>
        <p:spPr bwMode="auto">
          <a:xfrm>
            <a:off x="7451725" y="4579938"/>
            <a:ext cx="760413"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63505" name="Picture 21"/>
          <p:cNvPicPr>
            <a:picLocks noChangeAspect="1" noChangeArrowheads="1"/>
          </p:cNvPicPr>
          <p:nvPr/>
        </p:nvPicPr>
        <p:blipFill>
          <a:blip r:embed="rId7"/>
          <a:srcRect/>
          <a:stretch>
            <a:fillRect/>
          </a:stretch>
        </p:blipFill>
        <p:spPr bwMode="auto">
          <a:xfrm flipV="1">
            <a:off x="7451725" y="4292600"/>
            <a:ext cx="1008063" cy="1020763"/>
          </a:xfrm>
          <a:prstGeom prst="rect">
            <a:avLst/>
          </a:prstGeom>
          <a:noFill/>
          <a:ln w="12700">
            <a:noFill/>
            <a:miter lim="800000"/>
            <a:headEnd type="none" w="lg" len="lg"/>
            <a:tailEnd type="none" w="lg" len="lg"/>
          </a:ln>
        </p:spPr>
      </p:pic>
      <p:sp>
        <p:nvSpPr>
          <p:cNvPr id="63506" name="Explosion 2 21"/>
          <p:cNvSpPr>
            <a:spLocks noChangeArrowheads="1"/>
          </p:cNvSpPr>
          <p:nvPr/>
        </p:nvSpPr>
        <p:spPr bwMode="auto">
          <a:xfrm>
            <a:off x="7451725" y="4364038"/>
            <a:ext cx="642938" cy="779462"/>
          </a:xfrm>
          <a:prstGeom prst="irregularSeal2">
            <a:avLst/>
          </a:prstGeom>
          <a:solidFill>
            <a:srgbClr val="FFFF00"/>
          </a:solidFill>
          <a:ln w="25400">
            <a:solidFill>
              <a:schemeClr val="tx1"/>
            </a:solidFill>
            <a:miter lim="800000"/>
            <a:headEnd/>
            <a:tailEnd/>
          </a:ln>
        </p:spPr>
        <p:txBody>
          <a:bodyPr anchor="ctr">
            <a:prstTxWarp prst="textNoShape">
              <a:avLst/>
            </a:prstTxWarp>
          </a:bodyPr>
          <a:lstStyle/>
          <a:p>
            <a:pPr algn="ctr"/>
            <a:endParaRPr lang="en-AU">
              <a:solidFill>
                <a:srgbClr val="FFFFFF"/>
              </a:solidFill>
              <a:latin typeface="Calibri" pitchFamily="-28" charset="0"/>
            </a:endParaRPr>
          </a:p>
        </p:txBody>
      </p:sp>
      <p:sp>
        <p:nvSpPr>
          <p:cNvPr id="63507" name="Rectangle 23"/>
          <p:cNvSpPr>
            <a:spLocks noChangeArrowheads="1"/>
          </p:cNvSpPr>
          <p:nvPr/>
        </p:nvSpPr>
        <p:spPr bwMode="auto">
          <a:xfrm>
            <a:off x="6373813" y="5516563"/>
            <a:ext cx="760412" cy="3968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a:solidFill>
                  <a:srgbClr val="FF0000"/>
                </a:solidFill>
                <a:latin typeface="Times New Roman" pitchFamily="-28" charset="0"/>
              </a:rPr>
              <a:t>silent</a:t>
            </a:r>
          </a:p>
        </p:txBody>
      </p:sp>
      <p:pic>
        <p:nvPicPr>
          <p:cNvPr id="63508" name="Picture 25"/>
          <p:cNvPicPr>
            <a:picLocks noChangeAspect="1" noChangeArrowheads="1"/>
          </p:cNvPicPr>
          <p:nvPr/>
        </p:nvPicPr>
        <p:blipFill>
          <a:blip r:embed="rId7"/>
          <a:srcRect/>
          <a:stretch>
            <a:fillRect/>
          </a:stretch>
        </p:blipFill>
        <p:spPr bwMode="auto">
          <a:xfrm flipV="1">
            <a:off x="7380288" y="4221163"/>
            <a:ext cx="1439862" cy="1101725"/>
          </a:xfrm>
          <a:prstGeom prst="rect">
            <a:avLst/>
          </a:prstGeom>
          <a:noFill/>
          <a:ln w="12700">
            <a:noFill/>
            <a:miter lim="800000"/>
            <a:headEnd type="none" w="lg" len="lg"/>
            <a:tailEnd type="none" w="lg" len="lg"/>
          </a:ln>
        </p:spPr>
      </p:pic>
      <p:pic>
        <p:nvPicPr>
          <p:cNvPr id="63509" name="Picture 26"/>
          <p:cNvPicPr>
            <a:picLocks noChangeAspect="1" noChangeArrowheads="1"/>
          </p:cNvPicPr>
          <p:nvPr/>
        </p:nvPicPr>
        <p:blipFill>
          <a:blip r:embed="rId7"/>
          <a:srcRect/>
          <a:stretch>
            <a:fillRect/>
          </a:stretch>
        </p:blipFill>
        <p:spPr bwMode="auto">
          <a:xfrm flipV="1">
            <a:off x="6372225" y="5445125"/>
            <a:ext cx="1366838" cy="576263"/>
          </a:xfrm>
          <a:prstGeom prst="rect">
            <a:avLst/>
          </a:prstGeom>
          <a:noFill/>
          <a:ln w="12700">
            <a:noFill/>
            <a:miter lim="800000"/>
            <a:headEnd type="none" w="lg" len="lg"/>
            <a:tailEnd type="none" w="lg" len="lg"/>
          </a:ln>
        </p:spPr>
      </p:pic>
      <p:pic>
        <p:nvPicPr>
          <p:cNvPr id="63510" name="Picture 27"/>
          <p:cNvPicPr>
            <a:picLocks noChangeAspect="1" noChangeArrowheads="1"/>
          </p:cNvPicPr>
          <p:nvPr/>
        </p:nvPicPr>
        <p:blipFill>
          <a:blip r:embed="rId7"/>
          <a:srcRect/>
          <a:stretch>
            <a:fillRect/>
          </a:stretch>
        </p:blipFill>
        <p:spPr bwMode="auto">
          <a:xfrm flipV="1">
            <a:off x="3203575" y="1268413"/>
            <a:ext cx="2592388" cy="2952750"/>
          </a:xfrm>
          <a:prstGeom prst="rect">
            <a:avLst/>
          </a:prstGeom>
          <a:noFill/>
          <a:ln w="12700">
            <a:noFill/>
            <a:miter lim="800000"/>
            <a:headEnd type="none" w="lg" len="lg"/>
            <a:tailEnd type="none" w="lg" len="lg"/>
          </a:ln>
        </p:spPr>
      </p:pic>
      <p:sp>
        <p:nvSpPr>
          <p:cNvPr id="63511" name="Freeform 24"/>
          <p:cNvSpPr>
            <a:spLocks/>
          </p:cNvSpPr>
          <p:nvPr/>
        </p:nvSpPr>
        <p:spPr bwMode="auto">
          <a:xfrm>
            <a:off x="2987675" y="3032125"/>
            <a:ext cx="3022600" cy="1588"/>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10160">
            <a:solidFill>
              <a:srgbClr val="FF0000"/>
            </a:solidFill>
            <a:round/>
            <a:headEnd/>
            <a:tailEnd/>
          </a:ln>
        </p:spPr>
        <p:txBody>
          <a:bodyPr>
            <a:prstTxWarp prst="textNoShape">
              <a:avLst/>
            </a:prstTxWarp>
          </a:bodyPr>
          <a:lstStyle/>
          <a:p>
            <a:endParaRPr lang="en-AU">
              <a:latin typeface="Times New Roman" pitchFamily="-28" charset="0"/>
            </a:endParaRPr>
          </a:p>
        </p:txBody>
      </p:sp>
      <p:pic>
        <p:nvPicPr>
          <p:cNvPr id="63512" name="Picture 30"/>
          <p:cNvPicPr>
            <a:picLocks noChangeAspect="1" noChangeArrowheads="1"/>
          </p:cNvPicPr>
          <p:nvPr/>
        </p:nvPicPr>
        <p:blipFill>
          <a:blip r:embed="rId7"/>
          <a:srcRect/>
          <a:stretch>
            <a:fillRect/>
          </a:stretch>
        </p:blipFill>
        <p:spPr bwMode="auto">
          <a:xfrm flipV="1">
            <a:off x="6372225" y="2276475"/>
            <a:ext cx="1439863" cy="1101725"/>
          </a:xfrm>
          <a:prstGeom prst="rect">
            <a:avLst/>
          </a:prstGeom>
          <a:noFill/>
          <a:ln w="12700">
            <a:noFill/>
            <a:miter lim="800000"/>
            <a:headEnd type="none" w="lg" len="lg"/>
            <a:tailEnd type="none" w="lg" len="lg"/>
          </a:ln>
        </p:spPr>
      </p:pic>
      <p:pic>
        <p:nvPicPr>
          <p:cNvPr id="63513" name="Picture 31"/>
          <p:cNvPicPr>
            <a:picLocks noChangeAspect="1" noChangeArrowheads="1"/>
          </p:cNvPicPr>
          <p:nvPr/>
        </p:nvPicPr>
        <p:blipFill>
          <a:blip r:embed="rId7"/>
          <a:srcRect/>
          <a:stretch>
            <a:fillRect/>
          </a:stretch>
        </p:blipFill>
        <p:spPr bwMode="auto">
          <a:xfrm flipV="1">
            <a:off x="6038850" y="1931988"/>
            <a:ext cx="936625" cy="1101725"/>
          </a:xfrm>
          <a:prstGeom prst="rect">
            <a:avLst/>
          </a:prstGeom>
          <a:noFill/>
          <a:ln w="12700">
            <a:noFill/>
            <a:miter lim="800000"/>
            <a:headEnd type="none" w="lg" len="lg"/>
            <a:tailEnd type="none" w="lg" len="lg"/>
          </a:ln>
        </p:spPr>
      </p:pic>
      <p:sp>
        <p:nvSpPr>
          <p:cNvPr id="63514" name="Rectangle 32"/>
          <p:cNvSpPr>
            <a:spLocks noChangeArrowheads="1"/>
          </p:cNvSpPr>
          <p:nvPr/>
        </p:nvSpPr>
        <p:spPr bwMode="auto">
          <a:xfrm>
            <a:off x="5651500" y="2565400"/>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63515" name="Rectangle 33"/>
          <p:cNvSpPr>
            <a:spLocks noChangeArrowheads="1"/>
          </p:cNvSpPr>
          <p:nvPr/>
        </p:nvSpPr>
        <p:spPr bwMode="auto">
          <a:xfrm>
            <a:off x="2627313" y="5084763"/>
            <a:ext cx="742950"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mirror</a:t>
            </a:r>
          </a:p>
        </p:txBody>
      </p:sp>
      <p:sp>
        <p:nvSpPr>
          <p:cNvPr id="63516" name="Rectangle 34"/>
          <p:cNvSpPr>
            <a:spLocks noChangeArrowheads="1"/>
          </p:cNvSpPr>
          <p:nvPr/>
        </p:nvSpPr>
        <p:spPr bwMode="auto">
          <a:xfrm>
            <a:off x="2195513" y="2492375"/>
            <a:ext cx="541337"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BS1</a:t>
            </a:r>
          </a:p>
        </p:txBody>
      </p:sp>
      <p:sp>
        <p:nvSpPr>
          <p:cNvPr id="63517" name="Rectangle 35"/>
          <p:cNvSpPr>
            <a:spLocks noChangeArrowheads="1"/>
          </p:cNvSpPr>
          <p:nvPr/>
        </p:nvSpPr>
        <p:spPr bwMode="auto">
          <a:xfrm>
            <a:off x="6227763" y="5013325"/>
            <a:ext cx="541337" cy="304800"/>
          </a:xfrm>
          <a:prstGeom prst="rect">
            <a:avLst/>
          </a:prstGeom>
          <a:solidFill>
            <a:schemeClr val="bg1"/>
          </a:solid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b="0">
                <a:solidFill>
                  <a:schemeClr val="tx1"/>
                </a:solidFill>
              </a:rPr>
              <a:t>BS2</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684213" y="2492375"/>
            <a:ext cx="7704137" cy="1143000"/>
          </a:xfrm>
        </p:spPr>
        <p:txBody>
          <a:bodyPr/>
          <a:lstStyle/>
          <a:p>
            <a:r>
              <a:rPr lang="en-US" altLang="ko-KR" sz="4800" b="1">
                <a:solidFill>
                  <a:schemeClr val="accent2"/>
                </a:solidFill>
                <a:ea typeface="굴림" pitchFamily="-28" charset="-127"/>
                <a:cs typeface="굴림" pitchFamily="-28" charset="-127"/>
              </a:rPr>
              <a:t>Two </a:t>
            </a:r>
            <a:r>
              <a:rPr lang="en-US" altLang="ko-KR" sz="4800" b="1" i="1">
                <a:solidFill>
                  <a:schemeClr val="accent2"/>
                </a:solidFill>
                <a:ea typeface="굴림" pitchFamily="-28" charset="-127"/>
                <a:cs typeface="굴림" pitchFamily="-28" charset="-127"/>
              </a:rPr>
              <a:t>BIG</a:t>
            </a:r>
            <a:r>
              <a:rPr lang="en-US" altLang="ko-KR" sz="4800" b="1">
                <a:solidFill>
                  <a:schemeClr val="accent2"/>
                </a:solidFill>
                <a:ea typeface="굴림" pitchFamily="-28" charset="-127"/>
                <a:cs typeface="굴림" pitchFamily="-28" charset="-127"/>
              </a:rPr>
              <a:t> problems of quantum mechanics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9" name="Rectangle 3"/>
          <p:cNvSpPr>
            <a:spLocks noGrp="1"/>
          </p:cNvSpPr>
          <p:nvPr>
            <p:ph type="body" idx="1"/>
          </p:nvPr>
        </p:nvSpPr>
        <p:spPr>
          <a:xfrm>
            <a:off x="684213" y="2492375"/>
            <a:ext cx="7848600" cy="1368425"/>
          </a:xfrm>
          <a:noFill/>
        </p:spPr>
        <p:txBody>
          <a:bodyPr/>
          <a:lstStyle/>
          <a:p>
            <a:pPr>
              <a:buFont typeface="Arial" pitchFamily="-28" charset="0"/>
              <a:buNone/>
            </a:pPr>
            <a:r>
              <a:rPr lang="en-US" altLang="ko-KR" b="1">
                <a:ea typeface="굴림" pitchFamily="-28" charset="-127"/>
                <a:cs typeface="굴림" pitchFamily="-28" charset="-127"/>
              </a:rPr>
              <a:t>   These problems are characterized in the double slit experiment.</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4"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66565"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66566"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66567"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66568"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66569"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66570" name="Picture 4" descr="C:\Documents and Settings\Jeong\Desktop\images.jpg"/>
          <p:cNvPicPr>
            <a:picLocks noChangeAspect="1" noChangeArrowheads="1"/>
          </p:cNvPicPr>
          <p:nvPr/>
        </p:nvPicPr>
        <p:blipFill>
          <a:blip r:embed="rId3"/>
          <a:srcRect/>
          <a:stretch>
            <a:fillRect/>
          </a:stretch>
        </p:blipFill>
        <p:spPr bwMode="auto">
          <a:xfrm>
            <a:off x="357188" y="3286125"/>
            <a:ext cx="1266825" cy="923925"/>
          </a:xfrm>
          <a:prstGeom prst="rect">
            <a:avLst/>
          </a:prstGeom>
          <a:noFill/>
          <a:ln w="9525">
            <a:noFill/>
            <a:miter lim="800000"/>
            <a:headEnd/>
            <a:tailEnd/>
          </a:ln>
        </p:spPr>
      </p:pic>
      <p:grpSp>
        <p:nvGrpSpPr>
          <p:cNvPr id="66571" name="Group 16"/>
          <p:cNvGrpSpPr>
            <a:grpSpLocks/>
          </p:cNvGrpSpPr>
          <p:nvPr/>
        </p:nvGrpSpPr>
        <p:grpSpPr bwMode="auto">
          <a:xfrm>
            <a:off x="1571625" y="3429000"/>
            <a:ext cx="285750" cy="307975"/>
            <a:chOff x="1928794" y="3357542"/>
            <a:chExt cx="284996" cy="308622"/>
          </a:xfrm>
        </p:grpSpPr>
        <p:sp>
          <p:nvSpPr>
            <p:cNvPr id="66581"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66582"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66583"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66572" name="Freeform 9"/>
          <p:cNvSpPr>
            <a:spLocks/>
          </p:cNvSpPr>
          <p:nvPr/>
        </p:nvSpPr>
        <p:spPr bwMode="auto">
          <a:xfrm>
            <a:off x="6756400" y="2143125"/>
            <a:ext cx="814388" cy="3054350"/>
          </a:xfrm>
          <a:custGeom>
            <a:avLst/>
            <a:gdLst>
              <a:gd name="T0" fmla="*/ 2147483647 w 520"/>
              <a:gd name="T1" fmla="*/ 0 h 1667"/>
              <a:gd name="T2" fmla="*/ 2147483647 w 520"/>
              <a:gd name="T3" fmla="*/ 2147483647 h 1667"/>
              <a:gd name="T4" fmla="*/ 2147483647 w 520"/>
              <a:gd name="T5" fmla="*/ 2147483647 h 1667"/>
              <a:gd name="T6" fmla="*/ 2147483647 w 520"/>
              <a:gd name="T7" fmla="*/ 2147483647 h 1667"/>
              <a:gd name="T8" fmla="*/ 2147483647 w 520"/>
              <a:gd name="T9" fmla="*/ 2147483647 h 1667"/>
              <a:gd name="T10" fmla="*/ 0 w 520"/>
              <a:gd name="T11" fmla="*/ 2147483647 h 1667"/>
              <a:gd name="T12" fmla="*/ 2147483647 w 520"/>
              <a:gd name="T13" fmla="*/ 2147483647 h 1667"/>
              <a:gd name="T14" fmla="*/ 2147483647 w 520"/>
              <a:gd name="T15" fmla="*/ 2147483647 h 1667"/>
              <a:gd name="T16" fmla="*/ 2147483647 w 520"/>
              <a:gd name="T17" fmla="*/ 2147483647 h 16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0"/>
              <a:gd name="T28" fmla="*/ 0 h 1667"/>
              <a:gd name="T29" fmla="*/ 520 w 520"/>
              <a:gd name="T30" fmla="*/ 1667 h 16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0" h="1667">
                <a:moveTo>
                  <a:pt x="453" y="0"/>
                </a:moveTo>
                <a:cubicBezTo>
                  <a:pt x="422" y="30"/>
                  <a:pt x="214" y="154"/>
                  <a:pt x="219" y="217"/>
                </a:cubicBezTo>
                <a:cubicBezTo>
                  <a:pt x="224" y="280"/>
                  <a:pt x="449" y="365"/>
                  <a:pt x="483" y="380"/>
                </a:cubicBezTo>
                <a:cubicBezTo>
                  <a:pt x="498" y="453"/>
                  <a:pt x="31" y="506"/>
                  <a:pt x="33" y="578"/>
                </a:cubicBezTo>
                <a:cubicBezTo>
                  <a:pt x="35" y="650"/>
                  <a:pt x="500" y="731"/>
                  <a:pt x="495" y="812"/>
                </a:cubicBezTo>
                <a:cubicBezTo>
                  <a:pt x="490" y="893"/>
                  <a:pt x="0" y="986"/>
                  <a:pt x="0" y="1064"/>
                </a:cubicBezTo>
                <a:cubicBezTo>
                  <a:pt x="0" y="1142"/>
                  <a:pt x="472" y="1216"/>
                  <a:pt x="496" y="1280"/>
                </a:cubicBezTo>
                <a:cubicBezTo>
                  <a:pt x="520" y="1345"/>
                  <a:pt x="284" y="1387"/>
                  <a:pt x="283" y="1451"/>
                </a:cubicBezTo>
                <a:cubicBezTo>
                  <a:pt x="282" y="1515"/>
                  <a:pt x="491" y="1631"/>
                  <a:pt x="487"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66573" name="Group 14"/>
          <p:cNvGrpSpPr>
            <a:grpSpLocks/>
          </p:cNvGrpSpPr>
          <p:nvPr/>
        </p:nvGrpSpPr>
        <p:grpSpPr bwMode="auto">
          <a:xfrm>
            <a:off x="4000500" y="2500313"/>
            <a:ext cx="446088" cy="2000250"/>
            <a:chOff x="4000496" y="2500306"/>
            <a:chExt cx="446088" cy="2000262"/>
          </a:xfrm>
        </p:grpSpPr>
        <p:sp>
          <p:nvSpPr>
            <p:cNvPr id="66580"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66562" name="Object 3"/>
            <p:cNvGraphicFramePr>
              <a:graphicFrameLocks noChangeAspect="1"/>
            </p:cNvGraphicFramePr>
            <p:nvPr/>
          </p:nvGraphicFramePr>
          <p:xfrm>
            <a:off x="4071934" y="2500306"/>
            <a:ext cx="241300" cy="338137"/>
          </p:xfrm>
          <a:graphic>
            <a:graphicData uri="http://schemas.openxmlformats.org/presentationml/2006/ole">
              <p:oleObj spid="_x0000_s66562" name="Equation" r:id="rId4" imgW="88560" imgH="164880" progId="Equation.DSMT4">
                <p:embed/>
              </p:oleObj>
            </a:graphicData>
          </a:graphic>
        </p:graphicFrame>
        <p:graphicFrame>
          <p:nvGraphicFramePr>
            <p:cNvPr id="66563" name="Object 16"/>
            <p:cNvGraphicFramePr>
              <a:graphicFrameLocks noChangeAspect="1"/>
            </p:cNvGraphicFramePr>
            <p:nvPr/>
          </p:nvGraphicFramePr>
          <p:xfrm>
            <a:off x="4000496" y="4143380"/>
            <a:ext cx="446088" cy="357188"/>
          </p:xfrm>
          <a:graphic>
            <a:graphicData uri="http://schemas.openxmlformats.org/presentationml/2006/ole">
              <p:oleObj spid="_x0000_s66563" name="Equation" r:id="rId5" imgW="126720" imgH="164880" progId="Equation.DSMT4">
                <p:embed/>
              </p:oleObj>
            </a:graphicData>
          </a:graphic>
        </p:graphicFrame>
      </p:grpSp>
      <p:sp>
        <p:nvSpPr>
          <p:cNvPr id="66574" name="Freeform 9"/>
          <p:cNvSpPr>
            <a:spLocks/>
          </p:cNvSpPr>
          <p:nvPr/>
        </p:nvSpPr>
        <p:spPr bwMode="auto">
          <a:xfrm flipV="1">
            <a:off x="4500563" y="3071813"/>
            <a:ext cx="714375" cy="17621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66575" name="Freeform 9"/>
          <p:cNvSpPr>
            <a:spLocks/>
          </p:cNvSpPr>
          <p:nvPr/>
        </p:nvSpPr>
        <p:spPr bwMode="auto">
          <a:xfrm rot="9742484" flipH="1" flipV="1">
            <a:off x="4464050" y="2503488"/>
            <a:ext cx="544513"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66576" name="Freeform 9"/>
          <p:cNvSpPr>
            <a:spLocks/>
          </p:cNvSpPr>
          <p:nvPr/>
        </p:nvSpPr>
        <p:spPr bwMode="auto">
          <a:xfrm rot="1048545" flipV="1">
            <a:off x="4533900" y="4294188"/>
            <a:ext cx="571500" cy="3063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66577" name="Freeform 9"/>
          <p:cNvSpPr>
            <a:spLocks/>
          </p:cNvSpPr>
          <p:nvPr/>
        </p:nvSpPr>
        <p:spPr bwMode="auto">
          <a:xfrm rot="9119726" flipH="1">
            <a:off x="4603750" y="3790950"/>
            <a:ext cx="703263" cy="307975"/>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66578" name="Rectangle 22"/>
          <p:cNvSpPr>
            <a:spLocks/>
          </p:cNvSpPr>
          <p:nvPr/>
        </p:nvSpPr>
        <p:spPr bwMode="auto">
          <a:xfrm>
            <a:off x="457200" y="274638"/>
            <a:ext cx="8229600" cy="1143000"/>
          </a:xfrm>
          <a:prstGeom prst="rect">
            <a:avLst/>
          </a:prstGeom>
          <a:noFill/>
          <a:ln w="9525">
            <a:noFill/>
            <a:miter lim="800000"/>
            <a:headEnd/>
            <a:tailEnd/>
          </a:ln>
        </p:spPr>
        <p:txBody>
          <a:bodyPr anchor="ctr">
            <a:prstTxWarp prst="textNoShape">
              <a:avLst/>
            </a:prstTxWarp>
          </a:bodyPr>
          <a:lstStyle/>
          <a:p>
            <a:pPr algn="ctr" eaLnBrk="0" hangingPunct="0">
              <a:spcBef>
                <a:spcPct val="0"/>
              </a:spcBef>
              <a:buFontTx/>
              <a:buNone/>
            </a:pPr>
            <a:r>
              <a:rPr lang="en-US" altLang="ko-KR" sz="4400">
                <a:latin typeface="Calibri" pitchFamily="-28" charset="0"/>
              </a:rPr>
              <a:t>Problem 1</a:t>
            </a:r>
          </a:p>
        </p:txBody>
      </p:sp>
      <p:sp>
        <p:nvSpPr>
          <p:cNvPr id="66579" name="Rectangle 23"/>
          <p:cNvSpPr>
            <a:spLocks/>
          </p:cNvSpPr>
          <p:nvPr/>
        </p:nvSpPr>
        <p:spPr bwMode="auto">
          <a:xfrm>
            <a:off x="395288" y="5373688"/>
            <a:ext cx="8496300" cy="1268412"/>
          </a:xfrm>
          <a:prstGeom prst="rect">
            <a:avLst/>
          </a:prstGeom>
          <a:noFill/>
          <a:ln w="9525">
            <a:noFill/>
            <a:miter lim="800000"/>
            <a:headEnd/>
            <a:tailEnd/>
          </a:ln>
        </p:spPr>
        <p:txBody>
          <a:bodyPr>
            <a:prstTxWarp prst="textNoShape">
              <a:avLst/>
            </a:prstTxWarp>
          </a:bodyPr>
          <a:lstStyle/>
          <a:p>
            <a:pPr marL="342900" indent="-342900" eaLnBrk="0" hangingPunct="0">
              <a:buFont typeface="Arial" pitchFamily="-28" charset="0"/>
              <a:buChar char="•"/>
            </a:pPr>
            <a:r>
              <a:rPr lang="en-US" altLang="ko-KR" sz="2800">
                <a:solidFill>
                  <a:schemeClr val="tx1"/>
                </a:solidFill>
                <a:latin typeface="Calibri" pitchFamily="-28" charset="0"/>
              </a:rPr>
              <a:t>Where was each electron? Has it occupied a definite position at all time??</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6" name="Rectangle 2"/>
          <p:cNvSpPr>
            <a:spLocks noGrp="1"/>
          </p:cNvSpPr>
          <p:nvPr>
            <p:ph type="title"/>
          </p:nvPr>
        </p:nvSpPr>
        <p:spPr/>
        <p:txBody>
          <a:bodyPr/>
          <a:lstStyle/>
          <a:p>
            <a:r>
              <a:rPr lang="en-US" altLang="ko-KR" b="1">
                <a:solidFill>
                  <a:schemeClr val="accent2"/>
                </a:solidFill>
                <a:ea typeface="굴림" pitchFamily="-28" charset="-127"/>
                <a:cs typeface="굴림" pitchFamily="-28" charset="-127"/>
              </a:rPr>
              <a:t>Stern-Gerlach experiment</a:t>
            </a:r>
          </a:p>
        </p:txBody>
      </p:sp>
      <p:sp>
        <p:nvSpPr>
          <p:cNvPr id="67587" name="Rectangle 3"/>
          <p:cNvSpPr>
            <a:spLocks noGrp="1"/>
          </p:cNvSpPr>
          <p:nvPr>
            <p:ph type="body" idx="1"/>
          </p:nvPr>
        </p:nvSpPr>
        <p:spPr>
          <a:xfrm>
            <a:off x="1547813" y="5661025"/>
            <a:ext cx="6337300" cy="792163"/>
          </a:xfrm>
        </p:spPr>
        <p:txBody>
          <a:bodyPr/>
          <a:lstStyle/>
          <a:p>
            <a:pPr>
              <a:lnSpc>
                <a:spcPct val="80000"/>
              </a:lnSpc>
            </a:pPr>
            <a:r>
              <a:rPr lang="en-US" altLang="ko-KR" sz="2400" b="1">
                <a:ea typeface="굴림" pitchFamily="-28" charset="-127"/>
                <a:cs typeface="굴림" pitchFamily="-28" charset="-127"/>
              </a:rPr>
              <a:t>State vector</a:t>
            </a:r>
            <a:r>
              <a:rPr lang="ko-KR" altLang="en-US" sz="2400" b="1">
                <a:ea typeface="굴림" pitchFamily="-28" charset="-127"/>
                <a:cs typeface="굴림" pitchFamily="-28" charset="-127"/>
              </a:rPr>
              <a:t>의 붕괴는 어느 시점에</a:t>
            </a:r>
            <a:r>
              <a:rPr lang="en-US" altLang="ko-KR" sz="2400" b="1">
                <a:ea typeface="굴림" pitchFamily="-28" charset="-127"/>
                <a:cs typeface="굴림" pitchFamily="-28" charset="-127"/>
              </a:rPr>
              <a:t>?</a:t>
            </a:r>
          </a:p>
          <a:p>
            <a:pPr>
              <a:lnSpc>
                <a:spcPct val="80000"/>
              </a:lnSpc>
            </a:pPr>
            <a:r>
              <a:rPr lang="en-US" altLang="ko-KR" sz="2400" b="1">
                <a:ea typeface="굴림" pitchFamily="-28" charset="-127"/>
                <a:cs typeface="굴림" pitchFamily="-28" charset="-127"/>
              </a:rPr>
              <a:t>Where was each spin-1/2 particle?</a:t>
            </a:r>
          </a:p>
        </p:txBody>
      </p:sp>
      <p:pic>
        <p:nvPicPr>
          <p:cNvPr id="67588" name="Picture 4" descr="Electron1Magnet"/>
          <p:cNvPicPr>
            <a:picLocks noChangeAspect="1" noChangeArrowheads="1"/>
          </p:cNvPicPr>
          <p:nvPr/>
        </p:nvPicPr>
        <p:blipFill>
          <a:blip r:embed="rId2"/>
          <a:srcRect/>
          <a:stretch>
            <a:fillRect/>
          </a:stretch>
        </p:blipFill>
        <p:spPr bwMode="auto">
          <a:xfrm>
            <a:off x="1403350" y="1412875"/>
            <a:ext cx="6192838" cy="3997325"/>
          </a:xfrm>
          <a:prstGeom prst="rect">
            <a:avLst/>
          </a:prstGeom>
          <a:noFill/>
          <a:ln w="38100">
            <a:solidFill>
              <a:schemeClr val="tx1"/>
            </a:solid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468313" y="476250"/>
            <a:ext cx="8229600" cy="1143000"/>
          </a:xfrm>
        </p:spPr>
        <p:txBody>
          <a:bodyPr/>
          <a:lstStyle/>
          <a:p>
            <a:r>
              <a:rPr lang="en-US" altLang="ko-KR" sz="3600" b="1">
                <a:solidFill>
                  <a:schemeClr val="accent2"/>
                </a:solidFill>
                <a:ea typeface="굴림" pitchFamily="-28" charset="-127"/>
                <a:cs typeface="굴림" pitchFamily="-28" charset="-127"/>
              </a:rPr>
              <a:t>How can we understand this?</a:t>
            </a:r>
          </a:p>
        </p:txBody>
      </p:sp>
      <p:sp>
        <p:nvSpPr>
          <p:cNvPr id="68611" name="Rectangle 3"/>
          <p:cNvSpPr>
            <a:spLocks noGrp="1"/>
          </p:cNvSpPr>
          <p:nvPr>
            <p:ph type="body" idx="1"/>
          </p:nvPr>
        </p:nvSpPr>
        <p:spPr>
          <a:xfrm>
            <a:off x="468313" y="1773238"/>
            <a:ext cx="8207375" cy="4608512"/>
          </a:xfrm>
        </p:spPr>
        <p:txBody>
          <a:bodyPr/>
          <a:lstStyle/>
          <a:p>
            <a:r>
              <a:rPr lang="en-US" altLang="ko-KR" sz="3000">
                <a:ea typeface="굴림" pitchFamily="-28" charset="-127"/>
                <a:cs typeface="굴림" pitchFamily="-28" charset="-127"/>
              </a:rPr>
              <a:t>Measurement is the process of </a:t>
            </a:r>
            <a:r>
              <a:rPr lang="en-US" altLang="ko-KR" sz="3000" b="1" i="1">
                <a:ea typeface="굴림" pitchFamily="-28" charset="-127"/>
                <a:cs typeface="굴림" pitchFamily="-28" charset="-127"/>
              </a:rPr>
              <a:t>estimating the value of a physical quantity</a:t>
            </a:r>
            <a:r>
              <a:rPr lang="en-US" altLang="ko-KR" sz="3000" i="1">
                <a:ea typeface="굴림" pitchFamily="-28" charset="-127"/>
                <a:cs typeface="굴림" pitchFamily="-28" charset="-127"/>
              </a:rPr>
              <a:t>.</a:t>
            </a:r>
          </a:p>
          <a:p>
            <a:r>
              <a:rPr lang="en-US" altLang="ko-KR" sz="3000">
                <a:ea typeface="굴림" pitchFamily="-28" charset="-127"/>
                <a:cs typeface="굴림" pitchFamily="-28" charset="-127"/>
              </a:rPr>
              <a:t>Can we still say that the value of the physical quantity already pre-determined before the measurement?</a:t>
            </a:r>
          </a:p>
          <a:p>
            <a:r>
              <a:rPr lang="en-US" altLang="ko-KR" sz="3000" i="1">
                <a:ea typeface="굴림" pitchFamily="-28" charset="-127"/>
                <a:cs typeface="굴림" pitchFamily="-28" charset="-127"/>
              </a:rPr>
              <a:t>If not</a:t>
            </a:r>
            <a:r>
              <a:rPr lang="en-US" altLang="ko-KR" sz="3000">
                <a:ea typeface="굴림" pitchFamily="-28" charset="-127"/>
                <a:cs typeface="굴림" pitchFamily="-28" charset="-127"/>
              </a:rPr>
              <a:t>, do we have to conclude that the reality of the physical quantity comes into being only by the measurement?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9634" name="Rectangle 2"/>
          <p:cNvSpPr>
            <a:spLocks noGrp="1"/>
          </p:cNvSpPr>
          <p:nvPr>
            <p:ph type="body" idx="1"/>
          </p:nvPr>
        </p:nvSpPr>
        <p:spPr>
          <a:xfrm>
            <a:off x="2555875" y="404813"/>
            <a:ext cx="4968875" cy="5905500"/>
          </a:xfrm>
        </p:spPr>
        <p:txBody>
          <a:bodyPr/>
          <a:lstStyle/>
          <a:p>
            <a:pPr>
              <a:lnSpc>
                <a:spcPct val="80000"/>
              </a:lnSpc>
              <a:buFont typeface="Arial" pitchFamily="-28" charset="0"/>
              <a:buNone/>
            </a:pPr>
            <a:r>
              <a:rPr lang="ko-KR" altLang="en-US" sz="1800" b="1">
                <a:ea typeface="굴림" pitchFamily="-28" charset="-127"/>
                <a:cs typeface="굴림" pitchFamily="-28" charset="-127"/>
              </a:rPr>
              <a:t>                             </a:t>
            </a:r>
            <a:r>
              <a:rPr lang="ko-KR" altLang="en-US" sz="2800" b="1">
                <a:ea typeface="굴림" pitchFamily="-28" charset="-127"/>
                <a:cs typeface="굴림" pitchFamily="-28" charset="-127"/>
              </a:rPr>
              <a:t>꽃</a:t>
            </a:r>
            <a:endParaRPr lang="en-US" altLang="ko-KR" sz="2800" b="1">
              <a:ea typeface="굴림" pitchFamily="-28" charset="-127"/>
              <a:cs typeface="굴림" pitchFamily="-28" charset="-127"/>
            </a:endParaRPr>
          </a:p>
          <a:p>
            <a:pPr>
              <a:lnSpc>
                <a:spcPct val="80000"/>
              </a:lnSpc>
              <a:buFont typeface="Arial" pitchFamily="-28" charset="0"/>
              <a:buNone/>
            </a:pPr>
            <a:endParaRPr lang="en-US" altLang="ko-KR" sz="1800" b="1">
              <a:ea typeface="굴림" pitchFamily="-28" charset="-127"/>
              <a:cs typeface="굴림" pitchFamily="-28" charset="-127"/>
            </a:endParaRPr>
          </a:p>
          <a:p>
            <a:pPr algn="ctr">
              <a:lnSpc>
                <a:spcPct val="80000"/>
              </a:lnSpc>
              <a:buFont typeface="Arial" pitchFamily="-28" charset="0"/>
              <a:buNone/>
            </a:pPr>
            <a:r>
              <a:rPr lang="ko-KR" altLang="en-US" sz="2000" b="1">
                <a:ea typeface="굴림" pitchFamily="-28" charset="-127"/>
                <a:cs typeface="굴림" pitchFamily="-28" charset="-127"/>
              </a:rPr>
              <a:t>김춘수</a:t>
            </a:r>
            <a:endParaRPr lang="en-US" altLang="ko-KR" sz="2000" b="1">
              <a:ea typeface="굴림" pitchFamily="-28" charset="-127"/>
              <a:cs typeface="굴림" pitchFamily="-28" charset="-127"/>
            </a:endParaRPr>
          </a:p>
          <a:p>
            <a:pPr>
              <a:lnSpc>
                <a:spcPct val="80000"/>
              </a:lnSpc>
              <a:buFont typeface="Arial" pitchFamily="-28" charset="0"/>
              <a:buNone/>
            </a:pPr>
            <a:endParaRPr lang="en-US" altLang="ko-KR" sz="18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내가 그의 이름을 불러 주기 전에는</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그는 다만</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하나의 몸짓에 지나지 않았다</a:t>
            </a:r>
            <a:r>
              <a:rPr lang="en-US" altLang="ko-KR" sz="2000" b="1">
                <a:ea typeface="굴림" pitchFamily="-28" charset="-127"/>
                <a:cs typeface="굴림" pitchFamily="-28" charset="-127"/>
              </a:rPr>
              <a:t>.</a:t>
            </a:r>
          </a:p>
          <a:p>
            <a:pPr>
              <a:lnSpc>
                <a:spcPct val="80000"/>
              </a:lnSpc>
              <a:buFont typeface="Arial" pitchFamily="-28" charset="0"/>
              <a:buNone/>
            </a:pPr>
            <a:r>
              <a:rPr lang="ko-KR" altLang="en-US" sz="2000" b="1">
                <a:ea typeface="굴림" pitchFamily="-28" charset="-127"/>
                <a:cs typeface="굴림" pitchFamily="-28" charset="-127"/>
              </a:rPr>
              <a:t>내가 그의 이름을 불러 주었을 때</a:t>
            </a:r>
            <a:r>
              <a:rPr lang="en-US" altLang="ko-KR" sz="2000" b="1">
                <a:ea typeface="굴림" pitchFamily="-28" charset="-127"/>
                <a:cs typeface="굴림" pitchFamily="-28" charset="-127"/>
              </a:rPr>
              <a:t>,</a:t>
            </a:r>
          </a:p>
          <a:p>
            <a:pPr>
              <a:lnSpc>
                <a:spcPct val="80000"/>
              </a:lnSpc>
              <a:buFont typeface="Arial" pitchFamily="-28" charset="0"/>
              <a:buNone/>
            </a:pPr>
            <a:r>
              <a:rPr lang="ko-KR" altLang="en-US" sz="2000" b="1">
                <a:ea typeface="굴림" pitchFamily="-28" charset="-127"/>
                <a:cs typeface="굴림" pitchFamily="-28" charset="-127"/>
              </a:rPr>
              <a:t>그는 나에게로 와서</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꽃이 되었다</a:t>
            </a:r>
            <a:r>
              <a:rPr lang="en-US" altLang="ko-KR" sz="2000" b="1">
                <a:ea typeface="굴림" pitchFamily="-28" charset="-127"/>
                <a:cs typeface="굴림" pitchFamily="-28" charset="-127"/>
              </a:rPr>
              <a:t>.</a:t>
            </a:r>
          </a:p>
          <a:p>
            <a:pPr>
              <a:lnSpc>
                <a:spcPct val="80000"/>
              </a:lnSpc>
              <a:buFont typeface="Arial" pitchFamily="-28" charset="0"/>
              <a:buNone/>
            </a:pPr>
            <a:r>
              <a:rPr lang="ko-KR" altLang="en-US" sz="2000" b="1">
                <a:ea typeface="굴림" pitchFamily="-28" charset="-127"/>
                <a:cs typeface="굴림" pitchFamily="-28" charset="-127"/>
              </a:rPr>
              <a:t>내가 그의 이름을 불러준 것처럼</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나의 이 빛깔과 향기에 알맞은</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누가 나의 이름을 불러다오</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그에게로 가서 나도</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그의 꽃이 되고 싶다</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우리들은 모두</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무엇이 되고 싶다</a:t>
            </a:r>
            <a:r>
              <a:rPr lang="en-US" altLang="ko-KR" sz="2000" b="1">
                <a:ea typeface="굴림" pitchFamily="-28" charset="-127"/>
                <a:cs typeface="굴림" pitchFamily="-28" charset="-127"/>
              </a:rPr>
              <a:t>.</a:t>
            </a:r>
          </a:p>
          <a:p>
            <a:pPr>
              <a:lnSpc>
                <a:spcPct val="80000"/>
              </a:lnSpc>
              <a:buFont typeface="Arial" pitchFamily="-28" charset="0"/>
              <a:buNone/>
            </a:pPr>
            <a:r>
              <a:rPr lang="ko-KR" altLang="en-US" sz="2000" b="1">
                <a:ea typeface="굴림" pitchFamily="-28" charset="-127"/>
                <a:cs typeface="굴림" pitchFamily="-28" charset="-127"/>
              </a:rPr>
              <a:t>너는 나에게 나는 너에게</a:t>
            </a:r>
            <a:endParaRPr lang="en-US" altLang="ko-KR" sz="2000" b="1">
              <a:ea typeface="굴림" pitchFamily="-28" charset="-127"/>
              <a:cs typeface="굴림" pitchFamily="-28" charset="-127"/>
            </a:endParaRPr>
          </a:p>
          <a:p>
            <a:pPr>
              <a:lnSpc>
                <a:spcPct val="80000"/>
              </a:lnSpc>
              <a:buFont typeface="Arial" pitchFamily="-28" charset="0"/>
              <a:buNone/>
            </a:pPr>
            <a:r>
              <a:rPr lang="ko-KR" altLang="en-US" sz="2000" b="1">
                <a:ea typeface="굴림" pitchFamily="-28" charset="-127"/>
                <a:cs typeface="굴림" pitchFamily="-28" charset="-127"/>
              </a:rPr>
              <a:t>잊혀지지 않는 하나의 눈짓이 되고 싶다</a:t>
            </a:r>
            <a:r>
              <a:rPr lang="en-US" altLang="ko-KR" sz="2000" b="1">
                <a:ea typeface="굴림" pitchFamily="-28" charset="-127"/>
                <a:cs typeface="굴림" pitchFamily="-28" charset="-127"/>
              </a:rPr>
              <a:t>.</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Rectangle 4"/>
          <p:cNvSpPr>
            <a:spLocks noChangeArrowheads="1"/>
          </p:cNvSpPr>
          <p:nvPr/>
        </p:nvSpPr>
        <p:spPr bwMode="auto">
          <a:xfrm>
            <a:off x="2133600" y="2667000"/>
            <a:ext cx="4575175" cy="830263"/>
          </a:xfrm>
          <a:prstGeom prst="rect">
            <a:avLst/>
          </a:prstGeom>
          <a:noFill/>
          <a:ln w="9525">
            <a:noFill/>
            <a:miter lim="800000"/>
            <a:headEnd/>
            <a:tailEnd/>
          </a:ln>
        </p:spPr>
        <p:txBody>
          <a:bodyPr wrap="none">
            <a:prstTxWarp prst="textNoShape">
              <a:avLst/>
            </a:prstTxWarp>
            <a:spAutoFit/>
          </a:bodyPr>
          <a:lstStyle/>
          <a:p>
            <a:pPr>
              <a:buFontTx/>
              <a:buNone/>
            </a:pPr>
            <a:r>
              <a:rPr lang="en-US" altLang="ko-KR" sz="4800">
                <a:solidFill>
                  <a:srgbClr val="C0504D"/>
                </a:solidFill>
                <a:latin typeface="Calibri" pitchFamily="-28" charset="0"/>
              </a:rPr>
              <a:t>Possible choices?</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682" name="Rectangle 3"/>
          <p:cNvSpPr>
            <a:spLocks noGrp="1"/>
          </p:cNvSpPr>
          <p:nvPr>
            <p:ph type="body" idx="1"/>
          </p:nvPr>
        </p:nvSpPr>
        <p:spPr>
          <a:xfrm>
            <a:off x="468313" y="2420938"/>
            <a:ext cx="8208962" cy="3744912"/>
          </a:xfrm>
        </p:spPr>
        <p:txBody>
          <a:bodyPr/>
          <a:lstStyle/>
          <a:p>
            <a:r>
              <a:rPr lang="en-US" altLang="ko-KR" sz="3000">
                <a:ea typeface="굴림" pitchFamily="-28" charset="-127"/>
                <a:cs typeface="굴림" pitchFamily="-28" charset="-127"/>
              </a:rPr>
              <a:t>The electron was either here or there!</a:t>
            </a:r>
          </a:p>
          <a:p>
            <a:r>
              <a:rPr lang="en-US" altLang="ko-KR" sz="3000">
                <a:ea typeface="굴림" pitchFamily="-28" charset="-127"/>
                <a:cs typeface="굴림" pitchFamily="-28" charset="-127"/>
              </a:rPr>
              <a:t>Hidden variable models</a:t>
            </a:r>
          </a:p>
          <a:p>
            <a:r>
              <a:rPr lang="en-US" altLang="ko-KR" sz="3000">
                <a:ea typeface="굴림" pitchFamily="-28" charset="-127"/>
                <a:cs typeface="굴림" pitchFamily="-28" charset="-127"/>
              </a:rPr>
              <a:t>Bell’s argument excludes every local hidden variable model.</a:t>
            </a:r>
          </a:p>
          <a:p>
            <a:r>
              <a:rPr lang="en-US" altLang="ko-KR" sz="3000">
                <a:ea typeface="굴림" pitchFamily="-28" charset="-127"/>
                <a:cs typeface="굴림" pitchFamily="-28" charset="-127"/>
              </a:rPr>
              <a:t>De Broglie-Bohm interpretation</a:t>
            </a:r>
          </a:p>
          <a:p>
            <a:endParaRPr lang="en-US" altLang="ko-KR" sz="3000">
              <a:ea typeface="굴림" pitchFamily="-28" charset="-127"/>
              <a:cs typeface="굴림" pitchFamily="-28" charset="-127"/>
            </a:endParaRPr>
          </a:p>
        </p:txBody>
      </p:sp>
      <p:sp>
        <p:nvSpPr>
          <p:cNvPr id="71683" name="Rectangle 6"/>
          <p:cNvSpPr>
            <a:spLocks noChangeArrowheads="1"/>
          </p:cNvSpPr>
          <p:nvPr/>
        </p:nvSpPr>
        <p:spPr bwMode="auto">
          <a:xfrm>
            <a:off x="457200" y="504825"/>
            <a:ext cx="8686800" cy="1323975"/>
          </a:xfrm>
          <a:prstGeom prst="rect">
            <a:avLst/>
          </a:prstGeom>
          <a:noFill/>
          <a:ln w="9525">
            <a:noFill/>
            <a:miter lim="800000"/>
            <a:headEnd/>
            <a:tailEnd/>
          </a:ln>
        </p:spPr>
        <p:txBody>
          <a:bodyPr>
            <a:prstTxWarp prst="textNoShape">
              <a:avLst/>
            </a:prstTxWarp>
            <a:spAutoFit/>
          </a:bodyPr>
          <a:lstStyle/>
          <a:p>
            <a:pPr algn="ctr">
              <a:buFontTx/>
              <a:buNone/>
            </a:pPr>
            <a:r>
              <a:rPr lang="en-US" altLang="ko-KR" sz="4000">
                <a:solidFill>
                  <a:srgbClr val="C0504D"/>
                </a:solidFill>
                <a:latin typeface="Calibri" pitchFamily="-28" charset="0"/>
              </a:rPr>
              <a:t>Choice 1</a:t>
            </a:r>
            <a:r>
              <a:rPr lang="en-US" altLang="ko-KR" sz="4000">
                <a:solidFill>
                  <a:srgbClr val="1F497D"/>
                </a:solidFill>
                <a:latin typeface="Calibri" pitchFamily="-28" charset="0"/>
              </a:rPr>
              <a:t> </a:t>
            </a:r>
            <a:br>
              <a:rPr lang="en-US" altLang="ko-KR" sz="4000">
                <a:solidFill>
                  <a:srgbClr val="1F497D"/>
                </a:solidFill>
                <a:latin typeface="Calibri" pitchFamily="-28" charset="0"/>
              </a:rPr>
            </a:br>
            <a:r>
              <a:rPr lang="en-US" altLang="ko-KR" sz="4000" i="1">
                <a:solidFill>
                  <a:srgbClr val="1F497D"/>
                </a:solidFill>
                <a:latin typeface="Calibri" pitchFamily="-28" charset="0"/>
              </a:rPr>
              <a:t>To remain as a “classical realist”</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2706" name="Rectangle 3"/>
          <p:cNvSpPr>
            <a:spLocks noGrp="1"/>
          </p:cNvSpPr>
          <p:nvPr>
            <p:ph type="body" idx="1"/>
          </p:nvPr>
        </p:nvSpPr>
        <p:spPr>
          <a:xfrm>
            <a:off x="539750" y="1989138"/>
            <a:ext cx="8135938" cy="4392612"/>
          </a:xfrm>
        </p:spPr>
        <p:txBody>
          <a:bodyPr/>
          <a:lstStyle/>
          <a:p>
            <a:pPr>
              <a:lnSpc>
                <a:spcPct val="90000"/>
              </a:lnSpc>
            </a:pPr>
            <a:r>
              <a:rPr lang="en-US" altLang="ko-KR" sz="2600">
                <a:ea typeface="굴림" pitchFamily="-28" charset="-127"/>
                <a:cs typeface="굴림" pitchFamily="-28" charset="-127"/>
              </a:rPr>
              <a:t>The electron was neither here nor there before the measurement event.</a:t>
            </a:r>
          </a:p>
          <a:p>
            <a:pPr>
              <a:lnSpc>
                <a:spcPct val="90000"/>
              </a:lnSpc>
            </a:pPr>
            <a:r>
              <a:rPr lang="en-US" altLang="ko-KR" sz="2600">
                <a:ea typeface="굴림" pitchFamily="-28" charset="-127"/>
                <a:cs typeface="굴림" pitchFamily="-28" charset="-127"/>
              </a:rPr>
              <a:t>The measurement </a:t>
            </a:r>
            <a:r>
              <a:rPr lang="en-US" altLang="ko-KR" sz="2600" i="1">
                <a:ea typeface="굴림" pitchFamily="-28" charset="-127"/>
                <a:cs typeface="굴림" pitchFamily="-28" charset="-127"/>
              </a:rPr>
              <a:t>determines</a:t>
            </a:r>
            <a:r>
              <a:rPr lang="en-US" altLang="ko-KR" sz="2600">
                <a:ea typeface="굴림" pitchFamily="-28" charset="-127"/>
                <a:cs typeface="굴림" pitchFamily="-28" charset="-127"/>
              </a:rPr>
              <a:t> the position of the electron.</a:t>
            </a:r>
          </a:p>
          <a:p>
            <a:pPr>
              <a:lnSpc>
                <a:spcPct val="90000"/>
              </a:lnSpc>
            </a:pPr>
            <a:r>
              <a:rPr lang="en-US" altLang="ko-KR" sz="2600">
                <a:ea typeface="굴림" pitchFamily="-28" charset="-127"/>
                <a:cs typeface="굴림" pitchFamily="-28" charset="-127"/>
              </a:rPr>
              <a:t>The wave function (state vector) describes our state of knowledge. </a:t>
            </a:r>
          </a:p>
          <a:p>
            <a:pPr>
              <a:lnSpc>
                <a:spcPct val="90000"/>
              </a:lnSpc>
            </a:pPr>
            <a:r>
              <a:rPr lang="en-US" altLang="ko-KR" sz="2600">
                <a:ea typeface="굴림" pitchFamily="-28" charset="-127"/>
                <a:cs typeface="굴림" pitchFamily="-28" charset="-127"/>
              </a:rPr>
              <a:t>Copenhagen interpretation (Bohr and his friends), “standard” interpretation, statistical interpretation …</a:t>
            </a:r>
          </a:p>
          <a:p>
            <a:pPr>
              <a:lnSpc>
                <a:spcPct val="90000"/>
              </a:lnSpc>
            </a:pPr>
            <a:r>
              <a:rPr lang="en-US" altLang="ko-KR" sz="2600">
                <a:ea typeface="굴림" pitchFamily="-28" charset="-127"/>
                <a:cs typeface="굴림" pitchFamily="-28" charset="-127"/>
              </a:rPr>
              <a:t>The “abrupt” reduction of the wave function is required as a key assumption.</a:t>
            </a:r>
          </a:p>
        </p:txBody>
      </p:sp>
      <p:sp>
        <p:nvSpPr>
          <p:cNvPr id="72707" name="Rectangle 8"/>
          <p:cNvSpPr>
            <a:spLocks/>
          </p:cNvSpPr>
          <p:nvPr/>
        </p:nvSpPr>
        <p:spPr bwMode="auto">
          <a:xfrm>
            <a:off x="468313" y="549275"/>
            <a:ext cx="8207375" cy="1152525"/>
          </a:xfrm>
          <a:prstGeom prst="rect">
            <a:avLst/>
          </a:prstGeom>
          <a:noFill/>
          <a:ln w="9525">
            <a:noFill/>
            <a:miter lim="800000"/>
            <a:headEnd/>
            <a:tailEnd/>
          </a:ln>
        </p:spPr>
        <p:txBody>
          <a:bodyPr anchor="ctr">
            <a:prstTxWarp prst="textNoShape">
              <a:avLst/>
            </a:prstTxWarp>
          </a:bodyPr>
          <a:lstStyle/>
          <a:p>
            <a:pPr algn="ctr" eaLnBrk="0" hangingPunct="0">
              <a:spcBef>
                <a:spcPct val="0"/>
              </a:spcBef>
              <a:buFontTx/>
              <a:buNone/>
            </a:pPr>
            <a:r>
              <a:rPr lang="en-US" altLang="ko-KR" sz="4000">
                <a:latin typeface="Calibri" pitchFamily="-28" charset="0"/>
              </a:rPr>
              <a:t>Choice 2</a:t>
            </a:r>
            <a:r>
              <a:rPr lang="en-US" altLang="ko-KR" sz="4000">
                <a:solidFill>
                  <a:schemeClr val="tx2"/>
                </a:solidFill>
                <a:latin typeface="Calibri" pitchFamily="-28" charset="0"/>
              </a:rPr>
              <a:t> </a:t>
            </a:r>
            <a:br>
              <a:rPr lang="en-US" altLang="ko-KR" sz="4000">
                <a:solidFill>
                  <a:schemeClr val="tx2"/>
                </a:solidFill>
                <a:latin typeface="Calibri" pitchFamily="-28" charset="0"/>
              </a:rPr>
            </a:br>
            <a:r>
              <a:rPr lang="en-US" altLang="ko-KR" sz="4000" i="1">
                <a:solidFill>
                  <a:schemeClr val="tx2"/>
                </a:solidFill>
                <a:latin typeface="Calibri" pitchFamily="-28" charset="0"/>
              </a:rPr>
              <a:t>To abandon realism</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3730" name="Rectangle 2"/>
          <p:cNvSpPr>
            <a:spLocks noGrp="1"/>
          </p:cNvSpPr>
          <p:nvPr>
            <p:ph type="body" idx="1"/>
          </p:nvPr>
        </p:nvSpPr>
        <p:spPr>
          <a:xfrm>
            <a:off x="539750" y="1916113"/>
            <a:ext cx="8064500" cy="4392612"/>
          </a:xfrm>
        </p:spPr>
        <p:txBody>
          <a:bodyPr/>
          <a:lstStyle/>
          <a:p>
            <a:pPr>
              <a:lnSpc>
                <a:spcPct val="90000"/>
              </a:lnSpc>
            </a:pPr>
            <a:r>
              <a:rPr lang="en-US" altLang="ko-KR" sz="2700">
                <a:ea typeface="굴림" pitchFamily="-28" charset="-127"/>
                <a:cs typeface="굴림" pitchFamily="-28" charset="-127"/>
              </a:rPr>
              <a:t>The wave function describes (or corresponds to) reality. </a:t>
            </a:r>
          </a:p>
          <a:p>
            <a:pPr>
              <a:lnSpc>
                <a:spcPct val="90000"/>
              </a:lnSpc>
            </a:pPr>
            <a:r>
              <a:rPr lang="en-US" altLang="ko-KR" sz="2700">
                <a:ea typeface="굴림" pitchFamily="-28" charset="-127"/>
                <a:cs typeface="굴림" pitchFamily="-28" charset="-127"/>
              </a:rPr>
              <a:t>“I believe in reality. … To me it seems more economical to assume that the wave function describes reality, unless and until you can dissuade me.” [J. Preskill, Lecture note, 1998].</a:t>
            </a:r>
          </a:p>
          <a:p>
            <a:pPr>
              <a:lnSpc>
                <a:spcPct val="90000"/>
              </a:lnSpc>
            </a:pPr>
            <a:r>
              <a:rPr lang="en-US" altLang="ko-KR" sz="2700">
                <a:ea typeface="굴림" pitchFamily="-28" charset="-127"/>
                <a:cs typeface="굴림" pitchFamily="-28" charset="-127"/>
              </a:rPr>
              <a:t>Many world interpretation (Everett)</a:t>
            </a:r>
          </a:p>
          <a:p>
            <a:pPr>
              <a:lnSpc>
                <a:spcPct val="90000"/>
              </a:lnSpc>
            </a:pPr>
            <a:r>
              <a:rPr lang="en-US" altLang="ko-KR" sz="2700">
                <a:ea typeface="굴림" pitchFamily="-28" charset="-127"/>
                <a:cs typeface="굴림" pitchFamily="-28" charset="-127"/>
              </a:rPr>
              <a:t>One can remove the assumption of the wave function reduction. The “wave function of the universe” evolves unitarily.</a:t>
            </a:r>
          </a:p>
        </p:txBody>
      </p:sp>
      <p:sp>
        <p:nvSpPr>
          <p:cNvPr id="73731" name="Rectangle 3"/>
          <p:cNvSpPr>
            <a:spLocks/>
          </p:cNvSpPr>
          <p:nvPr/>
        </p:nvSpPr>
        <p:spPr bwMode="auto">
          <a:xfrm>
            <a:off x="468313" y="549275"/>
            <a:ext cx="8207375" cy="1152525"/>
          </a:xfrm>
          <a:prstGeom prst="rect">
            <a:avLst/>
          </a:prstGeom>
          <a:noFill/>
          <a:ln w="9525">
            <a:noFill/>
            <a:miter lim="800000"/>
            <a:headEnd/>
            <a:tailEnd/>
          </a:ln>
        </p:spPr>
        <p:txBody>
          <a:bodyPr anchor="ctr">
            <a:prstTxWarp prst="textNoShape">
              <a:avLst/>
            </a:prstTxWarp>
          </a:bodyPr>
          <a:lstStyle/>
          <a:p>
            <a:pPr algn="ctr" eaLnBrk="0" hangingPunct="0">
              <a:spcBef>
                <a:spcPct val="0"/>
              </a:spcBef>
              <a:buFontTx/>
              <a:buNone/>
            </a:pPr>
            <a:r>
              <a:rPr lang="en-US" altLang="ko-KR" sz="4000">
                <a:latin typeface="Calibri" pitchFamily="-28" charset="0"/>
              </a:rPr>
              <a:t>Choice 3</a:t>
            </a:r>
            <a:r>
              <a:rPr lang="en-US" altLang="ko-KR" sz="4000">
                <a:solidFill>
                  <a:schemeClr val="tx2"/>
                </a:solidFill>
                <a:latin typeface="Calibri" pitchFamily="-28" charset="0"/>
              </a:rPr>
              <a:t> </a:t>
            </a:r>
            <a:br>
              <a:rPr lang="en-US" altLang="ko-KR" sz="4000">
                <a:solidFill>
                  <a:schemeClr val="tx2"/>
                </a:solidFill>
                <a:latin typeface="Calibri" pitchFamily="-28" charset="0"/>
              </a:rPr>
            </a:br>
            <a:r>
              <a:rPr lang="en-US" altLang="ko-KR" sz="4000" i="1">
                <a:solidFill>
                  <a:schemeClr val="tx2"/>
                </a:solidFill>
                <a:latin typeface="Calibri" pitchFamily="-28" charset="0"/>
              </a:rPr>
              <a:t>To be a “quantum realist”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Rectangle 3"/>
          <p:cNvSpPr>
            <a:spLocks noGrp="1"/>
          </p:cNvSpPr>
          <p:nvPr>
            <p:ph type="body" idx="1"/>
          </p:nvPr>
        </p:nvSpPr>
        <p:spPr>
          <a:xfrm>
            <a:off x="539750" y="1484313"/>
            <a:ext cx="8280400" cy="4824412"/>
          </a:xfrm>
        </p:spPr>
        <p:txBody>
          <a:bodyPr/>
          <a:lstStyle/>
          <a:p>
            <a:r>
              <a:rPr lang="en-US" altLang="ko-KR" sz="3300" b="1">
                <a:ea typeface="굴림" pitchFamily="-28" charset="-127"/>
                <a:cs typeface="굴림" pitchFamily="-28" charset="-127"/>
              </a:rPr>
              <a:t>“Shut up and calculate” interpretation</a:t>
            </a:r>
            <a:r>
              <a:rPr lang="en-US" altLang="ko-KR" sz="3500" b="1">
                <a:ea typeface="굴림" pitchFamily="-28" charset="-127"/>
                <a:cs typeface="굴림" pitchFamily="-28" charset="-127"/>
              </a:rPr>
              <a:t>  </a:t>
            </a:r>
            <a:r>
              <a:rPr lang="en-US" altLang="ko-KR" sz="2800" b="1">
                <a:ea typeface="굴림" pitchFamily="-28" charset="-127"/>
                <a:cs typeface="굴림" pitchFamily="-28" charset="-127"/>
              </a:rPr>
              <a:t>(R. Feynman, “quoted” by D. Mermin)</a:t>
            </a:r>
          </a:p>
        </p:txBody>
      </p:sp>
      <p:sp>
        <p:nvSpPr>
          <p:cNvPr id="74755" name="Rectangle 4"/>
          <p:cNvSpPr>
            <a:spLocks noChangeArrowheads="1"/>
          </p:cNvSpPr>
          <p:nvPr/>
        </p:nvSpPr>
        <p:spPr bwMode="auto">
          <a:xfrm>
            <a:off x="3732213" y="457200"/>
            <a:ext cx="1982787" cy="708025"/>
          </a:xfrm>
          <a:prstGeom prst="rect">
            <a:avLst/>
          </a:prstGeom>
          <a:noFill/>
          <a:ln w="9525">
            <a:noFill/>
            <a:miter lim="800000"/>
            <a:headEnd/>
            <a:tailEnd/>
          </a:ln>
        </p:spPr>
        <p:txBody>
          <a:bodyPr wrap="none">
            <a:prstTxWarp prst="textNoShape">
              <a:avLst/>
            </a:prstTxWarp>
            <a:spAutoFit/>
          </a:bodyPr>
          <a:lstStyle/>
          <a:p>
            <a:pPr>
              <a:buFontTx/>
              <a:buNone/>
            </a:pPr>
            <a:r>
              <a:rPr lang="en-US" altLang="ko-KR" sz="4000">
                <a:solidFill>
                  <a:srgbClr val="C0504D"/>
                </a:solidFill>
                <a:latin typeface="Calibri" pitchFamily="-28" charset="0"/>
              </a:rPr>
              <a:t>Choice 4</a:t>
            </a: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5778" name="Rectangle 3"/>
          <p:cNvSpPr>
            <a:spLocks noChangeArrowheads="1"/>
          </p:cNvSpPr>
          <p:nvPr/>
        </p:nvSpPr>
        <p:spPr bwMode="auto">
          <a:xfrm>
            <a:off x="971550" y="1412875"/>
            <a:ext cx="7069138" cy="457200"/>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spcBef>
                <a:spcPct val="0"/>
              </a:spcBef>
              <a:buFontTx/>
              <a:buNone/>
            </a:pPr>
            <a:r>
              <a:rPr lang="en-US" altLang="ko-KR" sz="2400" b="0">
                <a:solidFill>
                  <a:schemeClr val="tx1"/>
                </a:solidFill>
                <a:latin typeface="Times New Roman" pitchFamily="-28" charset="0"/>
              </a:rPr>
              <a:t>[Einstein, Podolsky and Rosen, </a:t>
            </a:r>
            <a:r>
              <a:rPr lang="en-US" altLang="ko-KR" sz="2400" b="0" i="1">
                <a:solidFill>
                  <a:schemeClr val="tx1"/>
                </a:solidFill>
                <a:latin typeface="Times New Roman" pitchFamily="-28" charset="0"/>
              </a:rPr>
              <a:t>Physical Review</a:t>
            </a:r>
            <a:r>
              <a:rPr lang="en-GB" altLang="ko-KR" sz="2400" b="0">
                <a:solidFill>
                  <a:schemeClr val="tx1"/>
                </a:solidFill>
                <a:latin typeface="Times New Roman" pitchFamily="-28" charset="0"/>
              </a:rPr>
              <a:t> (1935)]</a:t>
            </a:r>
          </a:p>
        </p:txBody>
      </p:sp>
      <p:pic>
        <p:nvPicPr>
          <p:cNvPr id="75779" name="Picture 4" descr="Rosen"/>
          <p:cNvPicPr>
            <a:picLocks noChangeAspect="1" noChangeArrowheads="1"/>
          </p:cNvPicPr>
          <p:nvPr/>
        </p:nvPicPr>
        <p:blipFill>
          <a:blip r:embed="rId2"/>
          <a:srcRect/>
          <a:stretch>
            <a:fillRect/>
          </a:stretch>
        </p:blipFill>
        <p:spPr bwMode="auto">
          <a:xfrm>
            <a:off x="4500563" y="2420938"/>
            <a:ext cx="2314575" cy="2962275"/>
          </a:xfrm>
          <a:prstGeom prst="rect">
            <a:avLst/>
          </a:prstGeom>
          <a:noFill/>
          <a:ln w="9525">
            <a:noFill/>
            <a:miter lim="800000"/>
            <a:headEnd/>
            <a:tailEnd/>
          </a:ln>
        </p:spPr>
      </p:pic>
      <p:pic>
        <p:nvPicPr>
          <p:cNvPr id="75780" name="Picture 5" descr="438pxeinstein_schilderij_1"/>
          <p:cNvPicPr>
            <a:picLocks noChangeAspect="1" noChangeArrowheads="1"/>
          </p:cNvPicPr>
          <p:nvPr/>
        </p:nvPicPr>
        <p:blipFill>
          <a:blip r:embed="rId3"/>
          <a:srcRect/>
          <a:stretch>
            <a:fillRect/>
          </a:stretch>
        </p:blipFill>
        <p:spPr bwMode="auto">
          <a:xfrm>
            <a:off x="1835150" y="2420938"/>
            <a:ext cx="2124075" cy="2898775"/>
          </a:xfrm>
          <a:prstGeom prst="rect">
            <a:avLst/>
          </a:prstGeom>
          <a:noFill/>
          <a:ln w="9525">
            <a:noFill/>
            <a:miter lim="800000"/>
            <a:headEnd/>
            <a:tailEnd/>
          </a:ln>
        </p:spPr>
      </p:pic>
      <p:sp>
        <p:nvSpPr>
          <p:cNvPr id="75781" name="Freeform 9"/>
          <p:cNvSpPr>
            <a:spLocks/>
          </p:cNvSpPr>
          <p:nvPr/>
        </p:nvSpPr>
        <p:spPr bwMode="auto">
          <a:xfrm flipV="1">
            <a:off x="4500563" y="1773238"/>
            <a:ext cx="215900" cy="5730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tLang="ko-KR">
              <a:latin typeface="Times New Roman" pitchFamily="-28" charset="0"/>
            </a:endParaRPr>
          </a:p>
          <a:p>
            <a:pPr>
              <a:buFontTx/>
              <a:buNone/>
            </a:pPr>
            <a:endParaRPr lang="en-AU">
              <a:latin typeface="Times New Roman" pitchFamily="-28" charset="0"/>
            </a:endParaRPr>
          </a:p>
        </p:txBody>
      </p:sp>
      <p:sp>
        <p:nvSpPr>
          <p:cNvPr id="75782" name="Rectangle 6"/>
          <p:cNvSpPr>
            <a:spLocks noChangeArrowheads="1"/>
          </p:cNvSpPr>
          <p:nvPr/>
        </p:nvSpPr>
        <p:spPr bwMode="auto">
          <a:xfrm>
            <a:off x="1327150" y="6096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3"/>
          <p:cNvSpPr>
            <a:spLocks noChangeArrowheads="1"/>
          </p:cNvSpPr>
          <p:nvPr/>
        </p:nvSpPr>
        <p:spPr bwMode="auto">
          <a:xfrm>
            <a:off x="755650" y="1412875"/>
            <a:ext cx="7502525" cy="523875"/>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800" b="0">
                <a:solidFill>
                  <a:schemeClr val="tx1"/>
                </a:solidFill>
                <a:latin typeface="Times New Roman" pitchFamily="-28" charset="0"/>
              </a:rPr>
              <a:t>Is quantum mechanics a complete physical theory?</a:t>
            </a:r>
          </a:p>
        </p:txBody>
      </p:sp>
      <p:sp>
        <p:nvSpPr>
          <p:cNvPr id="76803" name="Rectangle 4"/>
          <p:cNvSpPr>
            <a:spLocks noChangeArrowheads="1"/>
          </p:cNvSpPr>
          <p:nvPr/>
        </p:nvSpPr>
        <p:spPr bwMode="auto">
          <a:xfrm>
            <a:off x="611188" y="2276475"/>
            <a:ext cx="7848600" cy="954088"/>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800" b="0">
                <a:solidFill>
                  <a:schemeClr val="tx1"/>
                </a:solidFill>
                <a:latin typeface="Times New Roman" pitchFamily="-28" charset="0"/>
              </a:rPr>
              <a:t>Complete physical theory: one in which there is an element corresponding to every element of reality.</a:t>
            </a:r>
          </a:p>
        </p:txBody>
      </p:sp>
      <p:sp>
        <p:nvSpPr>
          <p:cNvPr id="76804" name="Rectangle 5"/>
          <p:cNvSpPr>
            <a:spLocks noChangeArrowheads="1"/>
          </p:cNvSpPr>
          <p:nvPr/>
        </p:nvSpPr>
        <p:spPr bwMode="auto">
          <a:xfrm>
            <a:off x="539750" y="4076700"/>
            <a:ext cx="3240088" cy="2246313"/>
          </a:xfrm>
          <a:prstGeom prst="rect">
            <a:avLst/>
          </a:prstGeom>
          <a:noFill/>
          <a:ln w="22225">
            <a:solidFill>
              <a:schemeClr val="tx1"/>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b="0">
                <a:solidFill>
                  <a:schemeClr val="tx1"/>
                </a:solidFill>
                <a:latin typeface="Times New Roman" pitchFamily="-28" charset="0"/>
              </a:rPr>
              <a:t>Element of reality 1</a:t>
            </a:r>
          </a:p>
          <a:p>
            <a:pPr>
              <a:buFontTx/>
              <a:buNone/>
            </a:pPr>
            <a:r>
              <a:rPr lang="en-US" altLang="ko-KR" sz="2000" b="0">
                <a:solidFill>
                  <a:schemeClr val="tx1"/>
                </a:solidFill>
                <a:latin typeface="Times New Roman" pitchFamily="-28" charset="0"/>
              </a:rPr>
              <a:t>Element of reality 2</a:t>
            </a:r>
          </a:p>
          <a:p>
            <a:pPr>
              <a:buFontTx/>
              <a:buNone/>
            </a:pPr>
            <a:r>
              <a:rPr lang="en-US" altLang="ko-KR" sz="2000" b="0">
                <a:solidFill>
                  <a:schemeClr val="tx1"/>
                </a:solidFill>
                <a:latin typeface="Times New Roman" pitchFamily="-28" charset="0"/>
              </a:rPr>
              <a:t>Element of reality 3</a:t>
            </a:r>
          </a:p>
          <a:p>
            <a:pPr>
              <a:buFontTx/>
              <a:buNone/>
            </a:pPr>
            <a:r>
              <a:rPr lang="en-US" altLang="ko-KR" sz="2000" b="0">
                <a:solidFill>
                  <a:schemeClr val="tx1"/>
                </a:solidFill>
                <a:latin typeface="Times New Roman" pitchFamily="-28" charset="0"/>
              </a:rPr>
              <a:t>          …</a:t>
            </a:r>
          </a:p>
          <a:p>
            <a:pPr>
              <a:buFontTx/>
              <a:buNone/>
            </a:pPr>
            <a:r>
              <a:rPr lang="en-US" altLang="ko-KR" sz="2000" b="0">
                <a:solidFill>
                  <a:schemeClr val="tx1"/>
                </a:solidFill>
                <a:latin typeface="Times New Roman" pitchFamily="-28" charset="0"/>
              </a:rPr>
              <a:t>          …</a:t>
            </a:r>
          </a:p>
          <a:p>
            <a:pPr>
              <a:buFontTx/>
              <a:buNone/>
            </a:pPr>
            <a:endParaRPr lang="en-US" altLang="ko-KR" sz="2000" b="0">
              <a:solidFill>
                <a:schemeClr val="tx1"/>
              </a:solidFill>
              <a:latin typeface="Times New Roman" pitchFamily="-28" charset="0"/>
            </a:endParaRPr>
          </a:p>
        </p:txBody>
      </p:sp>
      <p:sp>
        <p:nvSpPr>
          <p:cNvPr id="76805" name="Rectangle 6"/>
          <p:cNvSpPr>
            <a:spLocks noChangeArrowheads="1"/>
          </p:cNvSpPr>
          <p:nvPr/>
        </p:nvSpPr>
        <p:spPr bwMode="auto">
          <a:xfrm>
            <a:off x="1258888" y="3644900"/>
            <a:ext cx="1701800"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chemeClr val="tx1"/>
                </a:solidFill>
                <a:latin typeface="Times New Roman" pitchFamily="-28" charset="0"/>
              </a:rPr>
              <a:t>Real World</a:t>
            </a:r>
          </a:p>
        </p:txBody>
      </p:sp>
      <p:sp>
        <p:nvSpPr>
          <p:cNvPr id="76806" name="Rectangle 6"/>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3"/>
          <p:cNvSpPr>
            <a:spLocks noChangeArrowheads="1"/>
          </p:cNvSpPr>
          <p:nvPr/>
        </p:nvSpPr>
        <p:spPr bwMode="auto">
          <a:xfrm>
            <a:off x="755650" y="1412875"/>
            <a:ext cx="7502525" cy="523875"/>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800" b="0">
                <a:solidFill>
                  <a:schemeClr val="tx1"/>
                </a:solidFill>
                <a:latin typeface="Times New Roman" pitchFamily="-28" charset="0"/>
              </a:rPr>
              <a:t>Is quantum mechanics a complete physical theory?</a:t>
            </a:r>
          </a:p>
        </p:txBody>
      </p:sp>
      <p:sp>
        <p:nvSpPr>
          <p:cNvPr id="77827" name="Rectangle 4"/>
          <p:cNvSpPr>
            <a:spLocks noChangeArrowheads="1"/>
          </p:cNvSpPr>
          <p:nvPr/>
        </p:nvSpPr>
        <p:spPr bwMode="auto">
          <a:xfrm>
            <a:off x="611188" y="2276475"/>
            <a:ext cx="7848600" cy="954088"/>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800" b="0">
                <a:solidFill>
                  <a:schemeClr val="tx1"/>
                </a:solidFill>
                <a:latin typeface="Times New Roman" pitchFamily="-28" charset="0"/>
              </a:rPr>
              <a:t>Complete physical theory: one in which there is an element corresponding to every element of reality.</a:t>
            </a:r>
          </a:p>
        </p:txBody>
      </p:sp>
      <p:sp>
        <p:nvSpPr>
          <p:cNvPr id="77828" name="Rectangle 5"/>
          <p:cNvSpPr>
            <a:spLocks noChangeArrowheads="1"/>
          </p:cNvSpPr>
          <p:nvPr/>
        </p:nvSpPr>
        <p:spPr bwMode="auto">
          <a:xfrm>
            <a:off x="5292725" y="4365625"/>
            <a:ext cx="3024188" cy="1878013"/>
          </a:xfrm>
          <a:prstGeom prst="rect">
            <a:avLst/>
          </a:prstGeom>
          <a:noFill/>
          <a:ln w="22225">
            <a:solidFill>
              <a:srgbClr val="FF0000"/>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b="0">
                <a:solidFill>
                  <a:schemeClr val="tx1"/>
                </a:solidFill>
                <a:latin typeface="Times New Roman" pitchFamily="-28" charset="0"/>
              </a:rPr>
              <a:t>     </a:t>
            </a:r>
            <a:r>
              <a:rPr lang="en-US" altLang="ko-KR" sz="2000" b="0">
                <a:solidFill>
                  <a:srgbClr val="FF3300"/>
                </a:solidFill>
                <a:latin typeface="Times New Roman" pitchFamily="-28" charset="0"/>
              </a:rPr>
              <a:t>Element of the theory 1</a:t>
            </a:r>
          </a:p>
          <a:p>
            <a:pPr>
              <a:buFontTx/>
              <a:buNone/>
            </a:pPr>
            <a:r>
              <a:rPr lang="en-US" altLang="ko-KR" sz="2000" b="0">
                <a:solidFill>
                  <a:srgbClr val="FF3300"/>
                </a:solidFill>
                <a:latin typeface="Times New Roman" pitchFamily="-28" charset="0"/>
              </a:rPr>
              <a:t>     Element of the theory 2</a:t>
            </a:r>
          </a:p>
          <a:p>
            <a:pPr>
              <a:buFontTx/>
              <a:buNone/>
            </a:pPr>
            <a:r>
              <a:rPr lang="en-US" altLang="ko-KR" sz="2000" b="0">
                <a:solidFill>
                  <a:srgbClr val="FF3300"/>
                </a:solidFill>
                <a:latin typeface="Times New Roman" pitchFamily="-28" charset="0"/>
              </a:rPr>
              <a:t>     Element of the theory 3</a:t>
            </a:r>
          </a:p>
          <a:p>
            <a:pPr>
              <a:buFontTx/>
              <a:buNone/>
            </a:pPr>
            <a:r>
              <a:rPr lang="ko-KR" altLang="en-US" sz="2000" b="0">
                <a:solidFill>
                  <a:srgbClr val="FF3300"/>
                </a:solidFill>
                <a:latin typeface="Times New Roman" pitchFamily="-28" charset="0"/>
              </a:rPr>
              <a:t>               </a:t>
            </a:r>
            <a:r>
              <a:rPr lang="en-US" altLang="ko-KR" sz="2000" b="0">
                <a:solidFill>
                  <a:srgbClr val="FF3300"/>
                </a:solidFill>
                <a:latin typeface="Times New Roman" pitchFamily="-28" charset="0"/>
              </a:rPr>
              <a:t>…</a:t>
            </a:r>
          </a:p>
          <a:p>
            <a:pPr>
              <a:buFontTx/>
              <a:buNone/>
            </a:pPr>
            <a:r>
              <a:rPr lang="en-US" altLang="ko-KR" sz="2000" b="0">
                <a:solidFill>
                  <a:srgbClr val="FF3300"/>
                </a:solidFill>
                <a:latin typeface="Times New Roman" pitchFamily="-28" charset="0"/>
              </a:rPr>
              <a:t>               …</a:t>
            </a:r>
          </a:p>
        </p:txBody>
      </p:sp>
      <p:sp>
        <p:nvSpPr>
          <p:cNvPr id="77829" name="Rectangle 6"/>
          <p:cNvSpPr>
            <a:spLocks noChangeArrowheads="1"/>
          </p:cNvSpPr>
          <p:nvPr/>
        </p:nvSpPr>
        <p:spPr bwMode="auto">
          <a:xfrm>
            <a:off x="539750" y="4076700"/>
            <a:ext cx="3240088" cy="2246313"/>
          </a:xfrm>
          <a:prstGeom prst="rect">
            <a:avLst/>
          </a:prstGeom>
          <a:noFill/>
          <a:ln w="22225">
            <a:solidFill>
              <a:schemeClr val="tx1"/>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b="0">
                <a:solidFill>
                  <a:schemeClr val="tx1"/>
                </a:solidFill>
                <a:latin typeface="Times New Roman" pitchFamily="-28" charset="0"/>
              </a:rPr>
              <a:t>Element of reality 1</a:t>
            </a:r>
          </a:p>
          <a:p>
            <a:pPr>
              <a:buFontTx/>
              <a:buNone/>
            </a:pPr>
            <a:r>
              <a:rPr lang="en-US" altLang="ko-KR" sz="2000" b="0">
                <a:solidFill>
                  <a:schemeClr val="tx1"/>
                </a:solidFill>
                <a:latin typeface="Times New Roman" pitchFamily="-28" charset="0"/>
              </a:rPr>
              <a:t>Element of reality 2</a:t>
            </a:r>
          </a:p>
          <a:p>
            <a:pPr>
              <a:buFontTx/>
              <a:buNone/>
            </a:pPr>
            <a:r>
              <a:rPr lang="en-US" altLang="ko-KR" sz="2000" b="0">
                <a:solidFill>
                  <a:schemeClr val="tx1"/>
                </a:solidFill>
                <a:latin typeface="Times New Roman" pitchFamily="-28" charset="0"/>
              </a:rPr>
              <a:t>Element of reality 3</a:t>
            </a:r>
          </a:p>
          <a:p>
            <a:pPr>
              <a:buFontTx/>
              <a:buNone/>
            </a:pPr>
            <a:r>
              <a:rPr lang="en-US" altLang="ko-KR" sz="2000" b="0">
                <a:solidFill>
                  <a:schemeClr val="tx1"/>
                </a:solidFill>
                <a:latin typeface="Times New Roman" pitchFamily="-28" charset="0"/>
              </a:rPr>
              <a:t>          …</a:t>
            </a:r>
          </a:p>
          <a:p>
            <a:pPr>
              <a:buFontTx/>
              <a:buNone/>
            </a:pPr>
            <a:r>
              <a:rPr lang="en-US" altLang="ko-KR" sz="2000" b="0">
                <a:solidFill>
                  <a:schemeClr val="tx1"/>
                </a:solidFill>
                <a:latin typeface="Times New Roman" pitchFamily="-28" charset="0"/>
              </a:rPr>
              <a:t>          …</a:t>
            </a:r>
          </a:p>
          <a:p>
            <a:pPr>
              <a:buFontTx/>
              <a:buNone/>
            </a:pPr>
            <a:endParaRPr lang="en-US" altLang="ko-KR" sz="2000" b="0">
              <a:solidFill>
                <a:schemeClr val="tx1"/>
              </a:solidFill>
              <a:latin typeface="Times New Roman" pitchFamily="-28" charset="0"/>
            </a:endParaRPr>
          </a:p>
        </p:txBody>
      </p:sp>
      <p:sp>
        <p:nvSpPr>
          <p:cNvPr id="77830" name="Rectangle 7"/>
          <p:cNvSpPr>
            <a:spLocks noChangeArrowheads="1"/>
          </p:cNvSpPr>
          <p:nvPr/>
        </p:nvSpPr>
        <p:spPr bwMode="auto">
          <a:xfrm>
            <a:off x="1258888" y="3644900"/>
            <a:ext cx="1701800"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chemeClr val="tx1"/>
                </a:solidFill>
                <a:latin typeface="Times New Roman" pitchFamily="-28" charset="0"/>
              </a:rPr>
              <a:t>Real World</a:t>
            </a:r>
          </a:p>
        </p:txBody>
      </p:sp>
      <p:sp>
        <p:nvSpPr>
          <p:cNvPr id="77831" name="Rectangle 8"/>
          <p:cNvSpPr>
            <a:spLocks noChangeArrowheads="1"/>
          </p:cNvSpPr>
          <p:nvPr/>
        </p:nvSpPr>
        <p:spPr bwMode="auto">
          <a:xfrm>
            <a:off x="5651500" y="3860800"/>
            <a:ext cx="2362200"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Complete theory</a:t>
            </a:r>
          </a:p>
        </p:txBody>
      </p:sp>
      <p:sp>
        <p:nvSpPr>
          <p:cNvPr id="77833" name="Rectangle 9"/>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8850" name="Rectangle 3"/>
          <p:cNvSpPr>
            <a:spLocks noChangeArrowheads="1"/>
          </p:cNvSpPr>
          <p:nvPr/>
        </p:nvSpPr>
        <p:spPr bwMode="auto">
          <a:xfrm>
            <a:off x="755650" y="1412875"/>
            <a:ext cx="7502525" cy="523875"/>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800" b="0">
                <a:solidFill>
                  <a:schemeClr val="tx1"/>
                </a:solidFill>
                <a:latin typeface="Times New Roman" pitchFamily="-28" charset="0"/>
              </a:rPr>
              <a:t>Is quantum mechanics a complete physical theory?</a:t>
            </a:r>
          </a:p>
        </p:txBody>
      </p:sp>
      <p:sp>
        <p:nvSpPr>
          <p:cNvPr id="78851" name="Rectangle 4"/>
          <p:cNvSpPr>
            <a:spLocks noChangeArrowheads="1"/>
          </p:cNvSpPr>
          <p:nvPr/>
        </p:nvSpPr>
        <p:spPr bwMode="auto">
          <a:xfrm>
            <a:off x="611188" y="2276475"/>
            <a:ext cx="7848600" cy="954088"/>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800" b="0">
                <a:solidFill>
                  <a:schemeClr val="tx1"/>
                </a:solidFill>
                <a:latin typeface="Times New Roman" pitchFamily="-28" charset="0"/>
              </a:rPr>
              <a:t>Complete physical theory: one in which there is an element corresponding to every element of reality.</a:t>
            </a:r>
          </a:p>
        </p:txBody>
      </p:sp>
      <p:sp>
        <p:nvSpPr>
          <p:cNvPr id="78852" name="Freeform 9"/>
          <p:cNvSpPr>
            <a:spLocks/>
          </p:cNvSpPr>
          <p:nvPr/>
        </p:nvSpPr>
        <p:spPr bwMode="auto">
          <a:xfrm flipV="1">
            <a:off x="2700338" y="4292600"/>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endParaRPr lang="en-AU">
              <a:latin typeface="Times New Roman" pitchFamily="-28" charset="0"/>
            </a:endParaRPr>
          </a:p>
        </p:txBody>
      </p:sp>
      <p:sp>
        <p:nvSpPr>
          <p:cNvPr id="78853" name="Freeform 9"/>
          <p:cNvSpPr>
            <a:spLocks/>
          </p:cNvSpPr>
          <p:nvPr/>
        </p:nvSpPr>
        <p:spPr bwMode="auto">
          <a:xfrm flipV="1">
            <a:off x="2700338" y="4654550"/>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atin typeface="Times New Roman" pitchFamily="-28" charset="0"/>
            </a:endParaRPr>
          </a:p>
        </p:txBody>
      </p:sp>
      <p:sp>
        <p:nvSpPr>
          <p:cNvPr id="78854" name="Rectangle 7"/>
          <p:cNvSpPr>
            <a:spLocks noChangeArrowheads="1"/>
          </p:cNvSpPr>
          <p:nvPr/>
        </p:nvSpPr>
        <p:spPr bwMode="auto">
          <a:xfrm>
            <a:off x="5292725" y="4365625"/>
            <a:ext cx="3024188" cy="1878013"/>
          </a:xfrm>
          <a:prstGeom prst="rect">
            <a:avLst/>
          </a:prstGeom>
          <a:noFill/>
          <a:ln w="22225">
            <a:solidFill>
              <a:srgbClr val="FF0000"/>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b="0">
                <a:solidFill>
                  <a:schemeClr val="tx1"/>
                </a:solidFill>
                <a:latin typeface="Times New Roman" pitchFamily="-28" charset="0"/>
              </a:rPr>
              <a:t>     </a:t>
            </a:r>
            <a:r>
              <a:rPr lang="en-US" altLang="ko-KR" sz="2000" b="0">
                <a:solidFill>
                  <a:srgbClr val="FF3300"/>
                </a:solidFill>
                <a:latin typeface="Times New Roman" pitchFamily="-28" charset="0"/>
              </a:rPr>
              <a:t>Element of the theory 1</a:t>
            </a:r>
          </a:p>
          <a:p>
            <a:pPr>
              <a:buFontTx/>
              <a:buNone/>
            </a:pPr>
            <a:r>
              <a:rPr lang="en-US" altLang="ko-KR" sz="2000" b="0">
                <a:solidFill>
                  <a:srgbClr val="FF3300"/>
                </a:solidFill>
                <a:latin typeface="Times New Roman" pitchFamily="-28" charset="0"/>
              </a:rPr>
              <a:t>     Element of the theory 2</a:t>
            </a:r>
          </a:p>
          <a:p>
            <a:pPr>
              <a:buFontTx/>
              <a:buNone/>
            </a:pPr>
            <a:r>
              <a:rPr lang="en-US" altLang="ko-KR" sz="2000" b="0">
                <a:solidFill>
                  <a:srgbClr val="FF3300"/>
                </a:solidFill>
                <a:latin typeface="Times New Roman" pitchFamily="-28" charset="0"/>
              </a:rPr>
              <a:t>     Element of the theory 3</a:t>
            </a:r>
          </a:p>
          <a:p>
            <a:pPr>
              <a:buFontTx/>
              <a:buNone/>
            </a:pPr>
            <a:r>
              <a:rPr lang="ko-KR" altLang="en-US" sz="2000" b="0">
                <a:solidFill>
                  <a:srgbClr val="FF3300"/>
                </a:solidFill>
                <a:latin typeface="Times New Roman" pitchFamily="-28" charset="0"/>
              </a:rPr>
              <a:t>               </a:t>
            </a:r>
            <a:r>
              <a:rPr lang="en-US" altLang="ko-KR" sz="2000" b="0">
                <a:solidFill>
                  <a:srgbClr val="FF3300"/>
                </a:solidFill>
                <a:latin typeface="Times New Roman" pitchFamily="-28" charset="0"/>
              </a:rPr>
              <a:t>…</a:t>
            </a:r>
          </a:p>
          <a:p>
            <a:pPr>
              <a:buFontTx/>
              <a:buNone/>
            </a:pPr>
            <a:r>
              <a:rPr lang="en-US" altLang="ko-KR" sz="2000" b="0">
                <a:solidFill>
                  <a:srgbClr val="FF3300"/>
                </a:solidFill>
                <a:latin typeface="Times New Roman" pitchFamily="-28" charset="0"/>
              </a:rPr>
              <a:t>               …</a:t>
            </a:r>
          </a:p>
        </p:txBody>
      </p:sp>
      <p:sp>
        <p:nvSpPr>
          <p:cNvPr id="78855" name="Rectangle 8"/>
          <p:cNvSpPr>
            <a:spLocks noChangeArrowheads="1"/>
          </p:cNvSpPr>
          <p:nvPr/>
        </p:nvSpPr>
        <p:spPr bwMode="auto">
          <a:xfrm>
            <a:off x="539750" y="4076700"/>
            <a:ext cx="3240088" cy="2246313"/>
          </a:xfrm>
          <a:prstGeom prst="rect">
            <a:avLst/>
          </a:prstGeom>
          <a:noFill/>
          <a:ln w="22225">
            <a:solidFill>
              <a:schemeClr val="tx1"/>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b="0">
                <a:solidFill>
                  <a:schemeClr val="tx1"/>
                </a:solidFill>
                <a:latin typeface="Times New Roman" pitchFamily="-28" charset="0"/>
              </a:rPr>
              <a:t>Element of reality 1</a:t>
            </a:r>
          </a:p>
          <a:p>
            <a:pPr>
              <a:buFontTx/>
              <a:buNone/>
            </a:pPr>
            <a:r>
              <a:rPr lang="en-US" altLang="ko-KR" sz="2000" b="0">
                <a:solidFill>
                  <a:schemeClr val="tx1"/>
                </a:solidFill>
                <a:latin typeface="Times New Roman" pitchFamily="-28" charset="0"/>
              </a:rPr>
              <a:t>Element of reality 2</a:t>
            </a:r>
          </a:p>
          <a:p>
            <a:pPr>
              <a:buFontTx/>
              <a:buNone/>
            </a:pPr>
            <a:r>
              <a:rPr lang="en-US" altLang="ko-KR" sz="2000" b="0">
                <a:solidFill>
                  <a:schemeClr val="tx1"/>
                </a:solidFill>
                <a:latin typeface="Times New Roman" pitchFamily="-28" charset="0"/>
              </a:rPr>
              <a:t>Element of reality 3</a:t>
            </a:r>
          </a:p>
          <a:p>
            <a:pPr>
              <a:buFontTx/>
              <a:buNone/>
            </a:pPr>
            <a:r>
              <a:rPr lang="en-US" altLang="ko-KR" sz="2000" b="0">
                <a:solidFill>
                  <a:schemeClr val="tx1"/>
                </a:solidFill>
                <a:latin typeface="Times New Roman" pitchFamily="-28" charset="0"/>
              </a:rPr>
              <a:t>          …</a:t>
            </a:r>
          </a:p>
          <a:p>
            <a:pPr>
              <a:buFontTx/>
              <a:buNone/>
            </a:pPr>
            <a:r>
              <a:rPr lang="en-US" altLang="ko-KR" sz="2000" b="0">
                <a:solidFill>
                  <a:schemeClr val="tx1"/>
                </a:solidFill>
                <a:latin typeface="Times New Roman" pitchFamily="-28" charset="0"/>
              </a:rPr>
              <a:t>          …</a:t>
            </a:r>
          </a:p>
          <a:p>
            <a:pPr>
              <a:buFontTx/>
              <a:buNone/>
            </a:pPr>
            <a:endParaRPr lang="en-US" altLang="ko-KR" sz="2000" b="0">
              <a:solidFill>
                <a:schemeClr val="tx1"/>
              </a:solidFill>
              <a:latin typeface="Times New Roman" pitchFamily="-28" charset="0"/>
            </a:endParaRPr>
          </a:p>
        </p:txBody>
      </p:sp>
      <p:sp>
        <p:nvSpPr>
          <p:cNvPr id="78856" name="Rectangle 9"/>
          <p:cNvSpPr>
            <a:spLocks noChangeArrowheads="1"/>
          </p:cNvSpPr>
          <p:nvPr/>
        </p:nvSpPr>
        <p:spPr bwMode="auto">
          <a:xfrm>
            <a:off x="1258888" y="3644900"/>
            <a:ext cx="1701800"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chemeClr val="tx1"/>
                </a:solidFill>
                <a:latin typeface="Times New Roman" pitchFamily="-28" charset="0"/>
              </a:rPr>
              <a:t>Real World</a:t>
            </a:r>
          </a:p>
        </p:txBody>
      </p:sp>
      <p:sp>
        <p:nvSpPr>
          <p:cNvPr id="78857" name="Rectangle 10"/>
          <p:cNvSpPr>
            <a:spLocks noChangeArrowheads="1"/>
          </p:cNvSpPr>
          <p:nvPr/>
        </p:nvSpPr>
        <p:spPr bwMode="auto">
          <a:xfrm>
            <a:off x="5651500" y="3860800"/>
            <a:ext cx="2362200"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Complete theory</a:t>
            </a:r>
          </a:p>
        </p:txBody>
      </p:sp>
      <p:sp>
        <p:nvSpPr>
          <p:cNvPr id="78858" name="Freeform 9"/>
          <p:cNvSpPr>
            <a:spLocks/>
          </p:cNvSpPr>
          <p:nvPr/>
        </p:nvSpPr>
        <p:spPr bwMode="auto">
          <a:xfrm flipV="1">
            <a:off x="2700338" y="5014913"/>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atin typeface="Times New Roman" pitchFamily="-28" charset="0"/>
            </a:endParaRPr>
          </a:p>
        </p:txBody>
      </p:sp>
      <p:sp>
        <p:nvSpPr>
          <p:cNvPr id="78860" name="Rectangle 12"/>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9874" name="Rectangle 3"/>
          <p:cNvSpPr>
            <a:spLocks noChangeArrowheads="1"/>
          </p:cNvSpPr>
          <p:nvPr/>
        </p:nvSpPr>
        <p:spPr bwMode="auto">
          <a:xfrm>
            <a:off x="755650" y="1412875"/>
            <a:ext cx="7502525" cy="523875"/>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800" b="0">
                <a:solidFill>
                  <a:schemeClr val="tx1"/>
                </a:solidFill>
                <a:latin typeface="Times New Roman" pitchFamily="-28" charset="0"/>
              </a:rPr>
              <a:t>Is quantum mechanics a complete physical theory?</a:t>
            </a:r>
          </a:p>
        </p:txBody>
      </p:sp>
      <p:sp>
        <p:nvSpPr>
          <p:cNvPr id="79875" name="Rectangle 4"/>
          <p:cNvSpPr>
            <a:spLocks noChangeArrowheads="1"/>
          </p:cNvSpPr>
          <p:nvPr/>
        </p:nvSpPr>
        <p:spPr bwMode="auto">
          <a:xfrm>
            <a:off x="611188" y="2276475"/>
            <a:ext cx="7848600" cy="954088"/>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800" b="0">
                <a:solidFill>
                  <a:schemeClr val="tx1"/>
                </a:solidFill>
                <a:latin typeface="Times New Roman" pitchFamily="-28" charset="0"/>
              </a:rPr>
              <a:t>Complete physical theory: one in which there is an element corresponding to every element of reality.</a:t>
            </a:r>
          </a:p>
        </p:txBody>
      </p:sp>
      <p:sp>
        <p:nvSpPr>
          <p:cNvPr id="79876" name="Freeform 9"/>
          <p:cNvSpPr>
            <a:spLocks/>
          </p:cNvSpPr>
          <p:nvPr/>
        </p:nvSpPr>
        <p:spPr bwMode="auto">
          <a:xfrm flipV="1">
            <a:off x="2700338" y="4292600"/>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endParaRPr lang="en-AU">
              <a:latin typeface="Times New Roman" pitchFamily="-28" charset="0"/>
            </a:endParaRPr>
          </a:p>
        </p:txBody>
      </p:sp>
      <p:sp>
        <p:nvSpPr>
          <p:cNvPr id="79877" name="Freeform 9"/>
          <p:cNvSpPr>
            <a:spLocks/>
          </p:cNvSpPr>
          <p:nvPr/>
        </p:nvSpPr>
        <p:spPr bwMode="auto">
          <a:xfrm flipV="1">
            <a:off x="2700338" y="4654550"/>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atin typeface="Times New Roman" pitchFamily="-28" charset="0"/>
            </a:endParaRPr>
          </a:p>
        </p:txBody>
      </p:sp>
      <p:sp>
        <p:nvSpPr>
          <p:cNvPr id="79878" name="Rectangle 7"/>
          <p:cNvSpPr>
            <a:spLocks noChangeArrowheads="1"/>
          </p:cNvSpPr>
          <p:nvPr/>
        </p:nvSpPr>
        <p:spPr bwMode="auto">
          <a:xfrm>
            <a:off x="5292725" y="4365625"/>
            <a:ext cx="3024188" cy="1878013"/>
          </a:xfrm>
          <a:prstGeom prst="rect">
            <a:avLst/>
          </a:prstGeom>
          <a:noFill/>
          <a:ln w="22225">
            <a:solidFill>
              <a:srgbClr val="FF0000"/>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b="0">
                <a:solidFill>
                  <a:schemeClr val="tx1"/>
                </a:solidFill>
                <a:latin typeface="Times New Roman" pitchFamily="-28" charset="0"/>
              </a:rPr>
              <a:t>     </a:t>
            </a:r>
            <a:r>
              <a:rPr lang="en-US" altLang="ko-KR" sz="2000" b="0">
                <a:solidFill>
                  <a:srgbClr val="FF3300"/>
                </a:solidFill>
                <a:latin typeface="Times New Roman" pitchFamily="-28" charset="0"/>
              </a:rPr>
              <a:t>Element of the theory 1</a:t>
            </a:r>
          </a:p>
          <a:p>
            <a:pPr>
              <a:buFontTx/>
              <a:buNone/>
            </a:pPr>
            <a:r>
              <a:rPr lang="en-US" altLang="ko-KR" sz="2000" b="0">
                <a:solidFill>
                  <a:srgbClr val="FF3300"/>
                </a:solidFill>
                <a:latin typeface="Times New Roman" pitchFamily="-28" charset="0"/>
              </a:rPr>
              <a:t>     Element of the theory 2</a:t>
            </a:r>
          </a:p>
          <a:p>
            <a:pPr>
              <a:buFontTx/>
              <a:buNone/>
            </a:pPr>
            <a:endParaRPr lang="en-US" altLang="ko-KR" sz="2000" b="0">
              <a:solidFill>
                <a:srgbClr val="FF3300"/>
              </a:solidFill>
              <a:latin typeface="Times New Roman" pitchFamily="-28" charset="0"/>
            </a:endParaRPr>
          </a:p>
          <a:p>
            <a:pPr>
              <a:buFontTx/>
              <a:buNone/>
            </a:pPr>
            <a:r>
              <a:rPr lang="en-US" altLang="ko-KR" sz="2000" b="0">
                <a:solidFill>
                  <a:srgbClr val="FF3300"/>
                </a:solidFill>
                <a:latin typeface="Times New Roman" pitchFamily="-28" charset="0"/>
              </a:rPr>
              <a:t>               …</a:t>
            </a:r>
          </a:p>
          <a:p>
            <a:pPr>
              <a:buFontTx/>
              <a:buNone/>
            </a:pPr>
            <a:r>
              <a:rPr lang="en-US" altLang="ko-KR" sz="2000" b="0">
                <a:solidFill>
                  <a:srgbClr val="FF3300"/>
                </a:solidFill>
                <a:latin typeface="Times New Roman" pitchFamily="-28" charset="0"/>
              </a:rPr>
              <a:t>               …</a:t>
            </a:r>
          </a:p>
        </p:txBody>
      </p:sp>
      <p:sp>
        <p:nvSpPr>
          <p:cNvPr id="79879" name="Rectangle 8"/>
          <p:cNvSpPr>
            <a:spLocks noChangeArrowheads="1"/>
          </p:cNvSpPr>
          <p:nvPr/>
        </p:nvSpPr>
        <p:spPr bwMode="auto">
          <a:xfrm>
            <a:off x="539750" y="4076700"/>
            <a:ext cx="3240088" cy="2246313"/>
          </a:xfrm>
          <a:prstGeom prst="rect">
            <a:avLst/>
          </a:prstGeom>
          <a:noFill/>
          <a:ln w="22225">
            <a:solidFill>
              <a:schemeClr val="tx1"/>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000" b="0">
                <a:solidFill>
                  <a:schemeClr val="tx1"/>
                </a:solidFill>
                <a:latin typeface="Times New Roman" pitchFamily="-28" charset="0"/>
              </a:rPr>
              <a:t>Element of reality 1</a:t>
            </a:r>
          </a:p>
          <a:p>
            <a:pPr>
              <a:buFontTx/>
              <a:buNone/>
            </a:pPr>
            <a:r>
              <a:rPr lang="en-US" altLang="ko-KR" sz="2000" b="0">
                <a:solidFill>
                  <a:schemeClr val="tx1"/>
                </a:solidFill>
                <a:latin typeface="Times New Roman" pitchFamily="-28" charset="0"/>
              </a:rPr>
              <a:t>Element of reality 2</a:t>
            </a:r>
          </a:p>
          <a:p>
            <a:pPr>
              <a:buFontTx/>
              <a:buNone/>
            </a:pPr>
            <a:r>
              <a:rPr lang="en-US" altLang="ko-KR" sz="2000" b="0">
                <a:solidFill>
                  <a:schemeClr val="tx1"/>
                </a:solidFill>
                <a:latin typeface="Times New Roman" pitchFamily="-28" charset="0"/>
              </a:rPr>
              <a:t>Element of reality 3</a:t>
            </a:r>
          </a:p>
          <a:p>
            <a:pPr>
              <a:buFontTx/>
              <a:buNone/>
            </a:pPr>
            <a:r>
              <a:rPr lang="en-US" altLang="ko-KR" sz="2000" b="0">
                <a:solidFill>
                  <a:schemeClr val="tx1"/>
                </a:solidFill>
                <a:latin typeface="Times New Roman" pitchFamily="-28" charset="0"/>
              </a:rPr>
              <a:t>          …</a:t>
            </a:r>
          </a:p>
          <a:p>
            <a:pPr>
              <a:buFontTx/>
              <a:buNone/>
            </a:pPr>
            <a:r>
              <a:rPr lang="en-US" altLang="ko-KR" sz="2000" b="0">
                <a:solidFill>
                  <a:schemeClr val="tx1"/>
                </a:solidFill>
                <a:latin typeface="Times New Roman" pitchFamily="-28" charset="0"/>
              </a:rPr>
              <a:t>          …</a:t>
            </a:r>
          </a:p>
          <a:p>
            <a:pPr>
              <a:buFontTx/>
              <a:buNone/>
            </a:pPr>
            <a:endParaRPr lang="en-US" altLang="ko-KR" sz="2000" b="0">
              <a:solidFill>
                <a:schemeClr val="tx1"/>
              </a:solidFill>
              <a:latin typeface="Times New Roman" pitchFamily="-28" charset="0"/>
            </a:endParaRPr>
          </a:p>
        </p:txBody>
      </p:sp>
      <p:sp>
        <p:nvSpPr>
          <p:cNvPr id="79880" name="Rectangle 9"/>
          <p:cNvSpPr>
            <a:spLocks noChangeArrowheads="1"/>
          </p:cNvSpPr>
          <p:nvPr/>
        </p:nvSpPr>
        <p:spPr bwMode="auto">
          <a:xfrm>
            <a:off x="1258888" y="3644900"/>
            <a:ext cx="1701800"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chemeClr val="tx1"/>
                </a:solidFill>
                <a:latin typeface="Times New Roman" pitchFamily="-28" charset="0"/>
              </a:rPr>
              <a:t>Real World</a:t>
            </a:r>
          </a:p>
        </p:txBody>
      </p:sp>
      <p:sp>
        <p:nvSpPr>
          <p:cNvPr id="79881" name="Freeform 9"/>
          <p:cNvSpPr>
            <a:spLocks/>
          </p:cNvSpPr>
          <p:nvPr/>
        </p:nvSpPr>
        <p:spPr bwMode="auto">
          <a:xfrm flipV="1">
            <a:off x="2700338" y="5014913"/>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atin typeface="Times New Roman" pitchFamily="-28" charset="0"/>
            </a:endParaRPr>
          </a:p>
        </p:txBody>
      </p:sp>
      <p:grpSp>
        <p:nvGrpSpPr>
          <p:cNvPr id="2" name="Group 11"/>
          <p:cNvGrpSpPr>
            <a:grpSpLocks/>
          </p:cNvGrpSpPr>
          <p:nvPr/>
        </p:nvGrpSpPr>
        <p:grpSpPr bwMode="auto">
          <a:xfrm>
            <a:off x="5435600" y="3860800"/>
            <a:ext cx="2705100" cy="1681163"/>
            <a:chOff x="3424" y="2432"/>
            <a:chExt cx="1704" cy="1059"/>
          </a:xfrm>
        </p:grpSpPr>
        <p:sp>
          <p:nvSpPr>
            <p:cNvPr id="79885" name="Rectangle 12"/>
            <p:cNvSpPr>
              <a:spLocks noChangeArrowheads="1"/>
            </p:cNvSpPr>
            <p:nvPr/>
          </p:nvSpPr>
          <p:spPr bwMode="auto">
            <a:xfrm>
              <a:off x="3424" y="2432"/>
              <a:ext cx="1704" cy="291"/>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Incomplete theory!</a:t>
              </a:r>
            </a:p>
          </p:txBody>
        </p:sp>
        <p:sp>
          <p:nvSpPr>
            <p:cNvPr id="79886" name="Rectangle 13"/>
            <p:cNvSpPr>
              <a:spLocks noChangeArrowheads="1"/>
            </p:cNvSpPr>
            <p:nvPr/>
          </p:nvSpPr>
          <p:spPr bwMode="auto">
            <a:xfrm>
              <a:off x="3606" y="3203"/>
              <a:ext cx="821" cy="288"/>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Missing!</a:t>
              </a:r>
            </a:p>
          </p:txBody>
        </p:sp>
      </p:grpSp>
      <p:sp>
        <p:nvSpPr>
          <p:cNvPr id="79884" name="Rectangle 14"/>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nodeType="click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22915" name="Rectangle 3"/>
          <p:cNvSpPr>
            <a:spLocks noChangeArrowheads="1"/>
          </p:cNvSpPr>
          <p:nvPr/>
        </p:nvSpPr>
        <p:spPr bwMode="auto">
          <a:xfrm>
            <a:off x="395288" y="1989138"/>
            <a:ext cx="8207375" cy="2016125"/>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bodyPr>
          <a:lstStyle/>
          <a:p>
            <a:pPr marL="342900" indent="-342900">
              <a:buFontTx/>
              <a:buNone/>
            </a:pPr>
            <a:r>
              <a:rPr lang="en-US" altLang="ko-KR" sz="2400" b="0">
                <a:solidFill>
                  <a:schemeClr val="tx1"/>
                </a:solidFill>
                <a:latin typeface="Times New Roman" pitchFamily="-28" charset="0"/>
              </a:rPr>
              <a:t>    </a:t>
            </a:r>
            <a:r>
              <a:rPr lang="en-US" altLang="ko-KR" sz="2400" i="1">
                <a:solidFill>
                  <a:schemeClr val="tx1"/>
                </a:solidFill>
                <a:latin typeface="Times New Roman" pitchFamily="-28" charset="0"/>
              </a:rPr>
              <a:t>Element of Reality</a:t>
            </a:r>
            <a:r>
              <a:rPr lang="en-US" altLang="ko-KR" sz="2400" b="0">
                <a:solidFill>
                  <a:schemeClr val="tx1"/>
                </a:solidFill>
                <a:latin typeface="Times New Roman" pitchFamily="-28" charset="0"/>
              </a:rPr>
              <a:t>: If, without in any way disturbing a system, we can predict with certainty</a:t>
            </a:r>
            <a:r>
              <a:rPr lang="en-US" sz="2400" b="0">
                <a:solidFill>
                  <a:schemeClr val="tx1"/>
                </a:solidFill>
                <a:latin typeface="Times New Roman" pitchFamily="-28" charset="0"/>
              </a:rPr>
              <a:t> (i.e., with probability unity)</a:t>
            </a:r>
            <a:r>
              <a:rPr lang="en-US" altLang="ko-KR" sz="2400" b="0">
                <a:solidFill>
                  <a:schemeClr val="tx1"/>
                </a:solidFill>
                <a:latin typeface="Times New Roman" pitchFamily="-28" charset="0"/>
              </a:rPr>
              <a:t> the value of a physical quantity, then there exist an element of physical reality corresponding to this physical quantity.</a:t>
            </a:r>
            <a:r>
              <a:rPr lang="en-US" altLang="ko-KR" sz="3200" b="0">
                <a:solidFill>
                  <a:schemeClr val="tx1"/>
                </a:solidFill>
                <a:latin typeface="Calibri" pitchFamily="-28" charset="0"/>
              </a:rPr>
              <a:t> </a:t>
            </a:r>
          </a:p>
        </p:txBody>
      </p:sp>
      <p:sp>
        <p:nvSpPr>
          <p:cNvPr id="422916" name="Rectangle 4"/>
          <p:cNvSpPr>
            <a:spLocks noChangeArrowheads="1"/>
          </p:cNvSpPr>
          <p:nvPr/>
        </p:nvSpPr>
        <p:spPr bwMode="auto">
          <a:xfrm>
            <a:off x="684213" y="4292600"/>
            <a:ext cx="7699375" cy="1200150"/>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400" i="1">
                <a:solidFill>
                  <a:schemeClr val="tx1"/>
                </a:solidFill>
                <a:latin typeface="Times New Roman" pitchFamily="-28" charset="0"/>
              </a:rPr>
              <a:t>Einstein’s locality</a:t>
            </a:r>
            <a:r>
              <a:rPr lang="en-US" altLang="ko-KR" sz="2400" b="0">
                <a:solidFill>
                  <a:schemeClr val="tx1"/>
                </a:solidFill>
                <a:latin typeface="Times New Roman" pitchFamily="-28" charset="0"/>
              </a:rPr>
              <a:t>: P</a:t>
            </a:r>
            <a:r>
              <a:rPr lang="en-US" sz="2400" b="0">
                <a:solidFill>
                  <a:schemeClr val="tx1"/>
                </a:solidFill>
                <a:latin typeface="Times New Roman" pitchFamily="-28" charset="0"/>
              </a:rPr>
              <a:t>hysical processes occurring at one place should have no immediate effect on the elements of reality at another location</a:t>
            </a:r>
            <a:r>
              <a:rPr lang="en-US" altLang="ko-KR" sz="2400" b="0">
                <a:solidFill>
                  <a:schemeClr val="tx1"/>
                </a:solidFill>
                <a:latin typeface="Times New Roman" pitchFamily="-28" charset="0"/>
              </a:rPr>
              <a:t>.</a:t>
            </a:r>
          </a:p>
        </p:txBody>
      </p:sp>
      <p:sp>
        <p:nvSpPr>
          <p:cNvPr id="80901" name="Rectangle 5"/>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29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2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5" grpId="0"/>
      <p:bldP spid="422916" grpId="0"/>
    </p:bld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81922" name="Object 2"/>
          <p:cNvGraphicFramePr>
            <a:graphicFrameLocks noChangeAspect="1"/>
          </p:cNvGraphicFramePr>
          <p:nvPr>
            <p:ph sz="quarter" idx="1"/>
          </p:nvPr>
        </p:nvGraphicFramePr>
        <p:xfrm>
          <a:off x="4067175" y="1412875"/>
          <a:ext cx="1943100" cy="534988"/>
        </p:xfrm>
        <a:graphic>
          <a:graphicData uri="http://schemas.openxmlformats.org/presentationml/2006/ole">
            <p:oleObj spid="_x0000_s81922" name="Equation" r:id="rId3" imgW="876240" imgH="241200" progId="Equation.3">
              <p:embed/>
            </p:oleObj>
          </a:graphicData>
        </a:graphic>
      </p:graphicFrame>
      <p:graphicFrame>
        <p:nvGraphicFramePr>
          <p:cNvPr id="81923" name="Object 3"/>
          <p:cNvGraphicFramePr>
            <a:graphicFrameLocks noChangeAspect="1"/>
          </p:cNvGraphicFramePr>
          <p:nvPr>
            <p:ph sz="quarter" idx="2"/>
          </p:nvPr>
        </p:nvGraphicFramePr>
        <p:xfrm>
          <a:off x="2051050" y="3819525"/>
          <a:ext cx="2665413" cy="384175"/>
        </p:xfrm>
        <a:graphic>
          <a:graphicData uri="http://schemas.openxmlformats.org/presentationml/2006/ole">
            <p:oleObj spid="_x0000_s81923" name="Equation" r:id="rId4" imgW="1498320" imgH="215640" progId="Equation.3">
              <p:embed/>
            </p:oleObj>
          </a:graphicData>
        </a:graphic>
      </p:graphicFrame>
      <p:grpSp>
        <p:nvGrpSpPr>
          <p:cNvPr id="81927" name="Group 5"/>
          <p:cNvGrpSpPr>
            <a:grpSpLocks/>
          </p:cNvGrpSpPr>
          <p:nvPr/>
        </p:nvGrpSpPr>
        <p:grpSpPr bwMode="auto">
          <a:xfrm>
            <a:off x="1619250" y="3068638"/>
            <a:ext cx="3238500" cy="1801812"/>
            <a:chOff x="1837" y="1933"/>
            <a:chExt cx="2040" cy="1135"/>
          </a:xfrm>
        </p:grpSpPr>
        <p:sp>
          <p:nvSpPr>
            <p:cNvPr id="81932" name="Freeform 38"/>
            <p:cNvSpPr>
              <a:spLocks/>
            </p:cNvSpPr>
            <p:nvPr/>
          </p:nvSpPr>
          <p:spPr bwMode="auto">
            <a:xfrm flipH="1">
              <a:off x="3107" y="2659"/>
              <a:ext cx="770" cy="409"/>
            </a:xfrm>
            <a:custGeom>
              <a:avLst/>
              <a:gdLst>
                <a:gd name="T0" fmla="*/ 2147483647 w 1"/>
                <a:gd name="T1" fmla="*/ 0 h 1215"/>
                <a:gd name="T2" fmla="*/ 0 w 1"/>
                <a:gd name="T3" fmla="*/ 81916418 h 1215"/>
                <a:gd name="T4" fmla="*/ 0 60000 65536"/>
                <a:gd name="T5" fmla="*/ 0 60000 65536"/>
                <a:gd name="T6" fmla="*/ 0 w 1"/>
                <a:gd name="T7" fmla="*/ 0 h 1215"/>
                <a:gd name="T8" fmla="*/ 1 w 1"/>
                <a:gd name="T9" fmla="*/ 1215 h 1215"/>
              </a:gdLst>
              <a:ahLst/>
              <a:cxnLst>
                <a:cxn ang="T4">
                  <a:pos x="T0" y="T1"/>
                </a:cxn>
                <a:cxn ang="T5">
                  <a:pos x="T2" y="T3"/>
                </a:cxn>
              </a:cxnLst>
              <a:rect l="T6" t="T7" r="T8" b="T9"/>
              <a:pathLst>
                <a:path w="1" h="1215">
                  <a:moveTo>
                    <a:pt x="1" y="0"/>
                  </a:moveTo>
                  <a:lnTo>
                    <a:pt x="0" y="1215"/>
                  </a:lnTo>
                </a:path>
              </a:pathLst>
            </a:custGeom>
            <a:noFill/>
            <a:ln w="34925">
              <a:solidFill>
                <a:schemeClr val="accent1"/>
              </a:solidFill>
              <a:round/>
              <a:headEnd/>
              <a:tailEnd type="triangle" w="med" len="med"/>
            </a:ln>
          </p:spPr>
          <p:txBody>
            <a:bodyPr>
              <a:prstTxWarp prst="textNoShape">
                <a:avLst/>
              </a:prstTxWarp>
            </a:bodyPr>
            <a:lstStyle/>
            <a:p>
              <a:endParaRPr lang="en-AU">
                <a:latin typeface="Times New Roman" pitchFamily="-28" charset="0"/>
              </a:endParaRPr>
            </a:p>
          </p:txBody>
        </p:sp>
        <p:sp>
          <p:nvSpPr>
            <p:cNvPr id="81933" name="Freeform 38"/>
            <p:cNvSpPr>
              <a:spLocks/>
            </p:cNvSpPr>
            <p:nvPr/>
          </p:nvSpPr>
          <p:spPr bwMode="auto">
            <a:xfrm flipV="1">
              <a:off x="1837" y="1933"/>
              <a:ext cx="817" cy="453"/>
            </a:xfrm>
            <a:custGeom>
              <a:avLst/>
              <a:gdLst>
                <a:gd name="T0" fmla="*/ 2147483647 w 1"/>
                <a:gd name="T1" fmla="*/ 0 h 1215"/>
                <a:gd name="T2" fmla="*/ 0 w 1"/>
                <a:gd name="T3" fmla="*/ 111300121 h 1215"/>
                <a:gd name="T4" fmla="*/ 0 60000 65536"/>
                <a:gd name="T5" fmla="*/ 0 60000 65536"/>
                <a:gd name="T6" fmla="*/ 0 w 1"/>
                <a:gd name="T7" fmla="*/ 0 h 1215"/>
                <a:gd name="T8" fmla="*/ 1 w 1"/>
                <a:gd name="T9" fmla="*/ 1215 h 1215"/>
              </a:gdLst>
              <a:ahLst/>
              <a:cxnLst>
                <a:cxn ang="T4">
                  <a:pos x="T0" y="T1"/>
                </a:cxn>
                <a:cxn ang="T5">
                  <a:pos x="T2" y="T3"/>
                </a:cxn>
              </a:cxnLst>
              <a:rect l="T6" t="T7" r="T8" b="T9"/>
              <a:pathLst>
                <a:path w="1" h="1215">
                  <a:moveTo>
                    <a:pt x="1" y="0"/>
                  </a:moveTo>
                  <a:lnTo>
                    <a:pt x="0" y="1215"/>
                  </a:lnTo>
                </a:path>
              </a:pathLst>
            </a:custGeom>
            <a:noFill/>
            <a:ln w="34925">
              <a:solidFill>
                <a:schemeClr val="accent1"/>
              </a:solidFill>
              <a:round/>
              <a:headEnd/>
              <a:tailEnd type="triangle" w="med" len="med"/>
            </a:ln>
          </p:spPr>
          <p:txBody>
            <a:bodyPr rot="10800000">
              <a:prstTxWarp prst="textNoShape">
                <a:avLst/>
              </a:prstTxWarp>
            </a:bodyPr>
            <a:lstStyle/>
            <a:p>
              <a:endParaRPr lang="en-AU">
                <a:latin typeface="Times New Roman" pitchFamily="-28" charset="0"/>
              </a:endParaRPr>
            </a:p>
          </p:txBody>
        </p:sp>
      </p:grpSp>
      <p:sp>
        <p:nvSpPr>
          <p:cNvPr id="81928" name="Rectangle 8"/>
          <p:cNvSpPr>
            <a:spLocks noChangeArrowheads="1"/>
          </p:cNvSpPr>
          <p:nvPr/>
        </p:nvSpPr>
        <p:spPr bwMode="auto">
          <a:xfrm>
            <a:off x="1042988" y="2636838"/>
            <a:ext cx="387350" cy="544512"/>
          </a:xfrm>
          <a:prstGeom prst="rect">
            <a:avLst/>
          </a:prstGeom>
          <a:noFill/>
          <a:ln w="25400">
            <a:solidFill>
              <a:srgbClr val="FF3300"/>
            </a:solid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1</a:t>
            </a:r>
          </a:p>
        </p:txBody>
      </p:sp>
      <p:sp>
        <p:nvSpPr>
          <p:cNvPr id="81929" name="Rectangle 9"/>
          <p:cNvSpPr>
            <a:spLocks noChangeArrowheads="1"/>
          </p:cNvSpPr>
          <p:nvPr/>
        </p:nvSpPr>
        <p:spPr bwMode="auto">
          <a:xfrm>
            <a:off x="5003800" y="4652963"/>
            <a:ext cx="387350" cy="544512"/>
          </a:xfrm>
          <a:prstGeom prst="rect">
            <a:avLst/>
          </a:prstGeom>
          <a:noFill/>
          <a:ln w="25400">
            <a:solidFill>
              <a:srgbClr val="FF3300"/>
            </a:solid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2</a:t>
            </a:r>
          </a:p>
        </p:txBody>
      </p:sp>
      <p:graphicFrame>
        <p:nvGraphicFramePr>
          <p:cNvPr id="81924" name="Object 4"/>
          <p:cNvGraphicFramePr>
            <a:graphicFrameLocks noChangeAspect="1"/>
          </p:cNvGraphicFramePr>
          <p:nvPr/>
        </p:nvGraphicFramePr>
        <p:xfrm>
          <a:off x="4067175" y="2060575"/>
          <a:ext cx="2951163" cy="509588"/>
        </p:xfrm>
        <a:graphic>
          <a:graphicData uri="http://schemas.openxmlformats.org/presentationml/2006/ole">
            <p:oleObj spid="_x0000_s81924" name="Equation" r:id="rId5" imgW="1244520" imgH="215640" progId="Equation.3">
              <p:embed/>
            </p:oleObj>
          </a:graphicData>
        </a:graphic>
      </p:graphicFrame>
      <p:graphicFrame>
        <p:nvGraphicFramePr>
          <p:cNvPr id="81925" name="Object 5"/>
          <p:cNvGraphicFramePr>
            <a:graphicFrameLocks noChangeAspect="1"/>
          </p:cNvGraphicFramePr>
          <p:nvPr/>
        </p:nvGraphicFramePr>
        <p:xfrm>
          <a:off x="6011863" y="2997200"/>
          <a:ext cx="1625600" cy="509588"/>
        </p:xfrm>
        <a:graphic>
          <a:graphicData uri="http://schemas.openxmlformats.org/presentationml/2006/ole">
            <p:oleObj spid="_x0000_s81925" name="Equation" r:id="rId6" imgW="685800" imgH="215640" progId="Equation.3">
              <p:embed/>
            </p:oleObj>
          </a:graphicData>
        </a:graphic>
      </p:graphicFrame>
      <p:graphicFrame>
        <p:nvGraphicFramePr>
          <p:cNvPr id="81926" name="Object 6"/>
          <p:cNvGraphicFramePr>
            <a:graphicFrameLocks noChangeAspect="1"/>
          </p:cNvGraphicFramePr>
          <p:nvPr/>
        </p:nvGraphicFramePr>
        <p:xfrm>
          <a:off x="5940425" y="3573463"/>
          <a:ext cx="1685925" cy="509587"/>
        </p:xfrm>
        <a:graphic>
          <a:graphicData uri="http://schemas.openxmlformats.org/presentationml/2006/ole">
            <p:oleObj spid="_x0000_s81926" name="Equation" r:id="rId7" imgW="711000" imgH="215640" progId="Equation.3">
              <p:embed/>
            </p:oleObj>
          </a:graphicData>
        </a:graphic>
      </p:graphicFrame>
      <p:sp>
        <p:nvSpPr>
          <p:cNvPr id="81931" name="Rectangle 13"/>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82946" name="Object 2"/>
          <p:cNvGraphicFramePr>
            <a:graphicFrameLocks noChangeAspect="1"/>
          </p:cNvGraphicFramePr>
          <p:nvPr>
            <p:ph sz="quarter" idx="1"/>
          </p:nvPr>
        </p:nvGraphicFramePr>
        <p:xfrm>
          <a:off x="4067175" y="1412875"/>
          <a:ext cx="1943100" cy="534988"/>
        </p:xfrm>
        <a:graphic>
          <a:graphicData uri="http://schemas.openxmlformats.org/presentationml/2006/ole">
            <p:oleObj spid="_x0000_s82946" name="Equation" r:id="rId3" imgW="876240" imgH="241200" progId="Equation.3">
              <p:embed/>
            </p:oleObj>
          </a:graphicData>
        </a:graphic>
      </p:graphicFrame>
      <p:graphicFrame>
        <p:nvGraphicFramePr>
          <p:cNvPr id="82947" name="Object 3"/>
          <p:cNvGraphicFramePr>
            <a:graphicFrameLocks noChangeAspect="1"/>
          </p:cNvGraphicFramePr>
          <p:nvPr>
            <p:ph sz="quarter" idx="2"/>
          </p:nvPr>
        </p:nvGraphicFramePr>
        <p:xfrm>
          <a:off x="2051050" y="3819525"/>
          <a:ext cx="2665413" cy="384175"/>
        </p:xfrm>
        <a:graphic>
          <a:graphicData uri="http://schemas.openxmlformats.org/presentationml/2006/ole">
            <p:oleObj spid="_x0000_s82947" name="Equation" r:id="rId4" imgW="1498320" imgH="215640" progId="Equation.3">
              <p:embed/>
            </p:oleObj>
          </a:graphicData>
        </a:graphic>
      </p:graphicFrame>
      <p:grpSp>
        <p:nvGrpSpPr>
          <p:cNvPr id="82951" name="Group 5"/>
          <p:cNvGrpSpPr>
            <a:grpSpLocks/>
          </p:cNvGrpSpPr>
          <p:nvPr/>
        </p:nvGrpSpPr>
        <p:grpSpPr bwMode="auto">
          <a:xfrm>
            <a:off x="1619250" y="3068638"/>
            <a:ext cx="3238500" cy="1801812"/>
            <a:chOff x="1837" y="1933"/>
            <a:chExt cx="2040" cy="1135"/>
          </a:xfrm>
        </p:grpSpPr>
        <p:sp>
          <p:nvSpPr>
            <p:cNvPr id="82958" name="Freeform 38"/>
            <p:cNvSpPr>
              <a:spLocks/>
            </p:cNvSpPr>
            <p:nvPr/>
          </p:nvSpPr>
          <p:spPr bwMode="auto">
            <a:xfrm flipH="1">
              <a:off x="3107" y="2659"/>
              <a:ext cx="770" cy="409"/>
            </a:xfrm>
            <a:custGeom>
              <a:avLst/>
              <a:gdLst>
                <a:gd name="T0" fmla="*/ 2147483647 w 1"/>
                <a:gd name="T1" fmla="*/ 0 h 1215"/>
                <a:gd name="T2" fmla="*/ 0 w 1"/>
                <a:gd name="T3" fmla="*/ 81916418 h 1215"/>
                <a:gd name="T4" fmla="*/ 0 60000 65536"/>
                <a:gd name="T5" fmla="*/ 0 60000 65536"/>
                <a:gd name="T6" fmla="*/ 0 w 1"/>
                <a:gd name="T7" fmla="*/ 0 h 1215"/>
                <a:gd name="T8" fmla="*/ 1 w 1"/>
                <a:gd name="T9" fmla="*/ 1215 h 1215"/>
              </a:gdLst>
              <a:ahLst/>
              <a:cxnLst>
                <a:cxn ang="T4">
                  <a:pos x="T0" y="T1"/>
                </a:cxn>
                <a:cxn ang="T5">
                  <a:pos x="T2" y="T3"/>
                </a:cxn>
              </a:cxnLst>
              <a:rect l="T6" t="T7" r="T8" b="T9"/>
              <a:pathLst>
                <a:path w="1" h="1215">
                  <a:moveTo>
                    <a:pt x="1" y="0"/>
                  </a:moveTo>
                  <a:lnTo>
                    <a:pt x="0" y="1215"/>
                  </a:lnTo>
                </a:path>
              </a:pathLst>
            </a:custGeom>
            <a:noFill/>
            <a:ln w="34925">
              <a:solidFill>
                <a:schemeClr val="accent1"/>
              </a:solidFill>
              <a:round/>
              <a:headEnd/>
              <a:tailEnd type="triangle" w="med" len="med"/>
            </a:ln>
          </p:spPr>
          <p:txBody>
            <a:bodyPr>
              <a:prstTxWarp prst="textNoShape">
                <a:avLst/>
              </a:prstTxWarp>
            </a:bodyPr>
            <a:lstStyle/>
            <a:p>
              <a:endParaRPr lang="en-AU">
                <a:latin typeface="Times New Roman" pitchFamily="-28" charset="0"/>
              </a:endParaRPr>
            </a:p>
          </p:txBody>
        </p:sp>
        <p:sp>
          <p:nvSpPr>
            <p:cNvPr id="82959" name="Freeform 38"/>
            <p:cNvSpPr>
              <a:spLocks/>
            </p:cNvSpPr>
            <p:nvPr/>
          </p:nvSpPr>
          <p:spPr bwMode="auto">
            <a:xfrm flipV="1">
              <a:off x="1837" y="1933"/>
              <a:ext cx="817" cy="453"/>
            </a:xfrm>
            <a:custGeom>
              <a:avLst/>
              <a:gdLst>
                <a:gd name="T0" fmla="*/ 2147483647 w 1"/>
                <a:gd name="T1" fmla="*/ 0 h 1215"/>
                <a:gd name="T2" fmla="*/ 0 w 1"/>
                <a:gd name="T3" fmla="*/ 111300121 h 1215"/>
                <a:gd name="T4" fmla="*/ 0 60000 65536"/>
                <a:gd name="T5" fmla="*/ 0 60000 65536"/>
                <a:gd name="T6" fmla="*/ 0 w 1"/>
                <a:gd name="T7" fmla="*/ 0 h 1215"/>
                <a:gd name="T8" fmla="*/ 1 w 1"/>
                <a:gd name="T9" fmla="*/ 1215 h 1215"/>
              </a:gdLst>
              <a:ahLst/>
              <a:cxnLst>
                <a:cxn ang="T4">
                  <a:pos x="T0" y="T1"/>
                </a:cxn>
                <a:cxn ang="T5">
                  <a:pos x="T2" y="T3"/>
                </a:cxn>
              </a:cxnLst>
              <a:rect l="T6" t="T7" r="T8" b="T9"/>
              <a:pathLst>
                <a:path w="1" h="1215">
                  <a:moveTo>
                    <a:pt x="1" y="0"/>
                  </a:moveTo>
                  <a:lnTo>
                    <a:pt x="0" y="1215"/>
                  </a:lnTo>
                </a:path>
              </a:pathLst>
            </a:custGeom>
            <a:noFill/>
            <a:ln w="34925">
              <a:solidFill>
                <a:schemeClr val="accent1"/>
              </a:solidFill>
              <a:round/>
              <a:headEnd/>
              <a:tailEnd type="triangle" w="med" len="med"/>
            </a:ln>
          </p:spPr>
          <p:txBody>
            <a:bodyPr rot="10800000">
              <a:prstTxWarp prst="textNoShape">
                <a:avLst/>
              </a:prstTxWarp>
            </a:bodyPr>
            <a:lstStyle/>
            <a:p>
              <a:endParaRPr lang="en-AU">
                <a:latin typeface="Times New Roman" pitchFamily="-28" charset="0"/>
              </a:endParaRPr>
            </a:p>
          </p:txBody>
        </p:sp>
      </p:grpSp>
      <p:sp>
        <p:nvSpPr>
          <p:cNvPr id="82952" name="Rectangle 8"/>
          <p:cNvSpPr>
            <a:spLocks noChangeArrowheads="1"/>
          </p:cNvSpPr>
          <p:nvPr/>
        </p:nvSpPr>
        <p:spPr bwMode="auto">
          <a:xfrm>
            <a:off x="1042988" y="2636838"/>
            <a:ext cx="387350" cy="544512"/>
          </a:xfrm>
          <a:prstGeom prst="rect">
            <a:avLst/>
          </a:prstGeom>
          <a:noFill/>
          <a:ln w="25400">
            <a:solidFill>
              <a:srgbClr val="FF3300"/>
            </a:solid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1</a:t>
            </a:r>
          </a:p>
        </p:txBody>
      </p:sp>
      <p:sp>
        <p:nvSpPr>
          <p:cNvPr id="82953" name="Rectangle 9"/>
          <p:cNvSpPr>
            <a:spLocks noChangeArrowheads="1"/>
          </p:cNvSpPr>
          <p:nvPr/>
        </p:nvSpPr>
        <p:spPr bwMode="auto">
          <a:xfrm>
            <a:off x="5003800" y="4652963"/>
            <a:ext cx="387350" cy="544512"/>
          </a:xfrm>
          <a:prstGeom prst="rect">
            <a:avLst/>
          </a:prstGeom>
          <a:noFill/>
          <a:ln w="25400">
            <a:solidFill>
              <a:srgbClr val="FF3300"/>
            </a:solid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2</a:t>
            </a:r>
          </a:p>
        </p:txBody>
      </p:sp>
      <p:graphicFrame>
        <p:nvGraphicFramePr>
          <p:cNvPr id="82948" name="Object 4"/>
          <p:cNvGraphicFramePr>
            <a:graphicFrameLocks noChangeAspect="1"/>
          </p:cNvGraphicFramePr>
          <p:nvPr/>
        </p:nvGraphicFramePr>
        <p:xfrm>
          <a:off x="4067175" y="2060575"/>
          <a:ext cx="2951163" cy="509588"/>
        </p:xfrm>
        <a:graphic>
          <a:graphicData uri="http://schemas.openxmlformats.org/presentationml/2006/ole">
            <p:oleObj spid="_x0000_s82948" name="Equation" r:id="rId5" imgW="1244520" imgH="215640" progId="Equation.3">
              <p:embed/>
            </p:oleObj>
          </a:graphicData>
        </a:graphic>
      </p:graphicFrame>
      <p:graphicFrame>
        <p:nvGraphicFramePr>
          <p:cNvPr id="82949" name="Object 5"/>
          <p:cNvGraphicFramePr>
            <a:graphicFrameLocks noChangeAspect="1"/>
          </p:cNvGraphicFramePr>
          <p:nvPr/>
        </p:nvGraphicFramePr>
        <p:xfrm>
          <a:off x="6011863" y="2997200"/>
          <a:ext cx="1625600" cy="509588"/>
        </p:xfrm>
        <a:graphic>
          <a:graphicData uri="http://schemas.openxmlformats.org/presentationml/2006/ole">
            <p:oleObj spid="_x0000_s82949" name="Equation" r:id="rId6" imgW="685800" imgH="215640" progId="Equation.3">
              <p:embed/>
            </p:oleObj>
          </a:graphicData>
        </a:graphic>
      </p:graphicFrame>
      <p:graphicFrame>
        <p:nvGraphicFramePr>
          <p:cNvPr id="82950" name="Object 6"/>
          <p:cNvGraphicFramePr>
            <a:graphicFrameLocks noChangeAspect="1"/>
          </p:cNvGraphicFramePr>
          <p:nvPr/>
        </p:nvGraphicFramePr>
        <p:xfrm>
          <a:off x="5940425" y="3573463"/>
          <a:ext cx="1685925" cy="509587"/>
        </p:xfrm>
        <a:graphic>
          <a:graphicData uri="http://schemas.openxmlformats.org/presentationml/2006/ole">
            <p:oleObj spid="_x0000_s82950" name="Equation" r:id="rId7" imgW="711000" imgH="215640" progId="Equation.3">
              <p:embed/>
            </p:oleObj>
          </a:graphicData>
        </a:graphic>
      </p:graphicFrame>
      <p:sp>
        <p:nvSpPr>
          <p:cNvPr id="424973" name="Rectangle 13"/>
          <p:cNvSpPr>
            <a:spLocks noChangeArrowheads="1"/>
          </p:cNvSpPr>
          <p:nvPr/>
        </p:nvSpPr>
        <p:spPr bwMode="auto">
          <a:xfrm>
            <a:off x="2268538" y="5661025"/>
            <a:ext cx="5303837" cy="946150"/>
          </a:xfrm>
          <a:prstGeom prst="rect">
            <a:avLst/>
          </a:prstGeom>
          <a:noFill/>
          <a:ln w="25400">
            <a:no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One can predict</a:t>
            </a:r>
            <a:r>
              <a:rPr lang="en-US" altLang="ko-KR" sz="2800" i="1">
                <a:solidFill>
                  <a:srgbClr val="FF3300"/>
                </a:solidFill>
                <a:latin typeface="Times New Roman" pitchFamily="-28" charset="0"/>
              </a:rPr>
              <a:t> x</a:t>
            </a:r>
            <a:r>
              <a:rPr lang="en-US" altLang="ko-KR" sz="2800" baseline="-25000">
                <a:solidFill>
                  <a:srgbClr val="FF3300"/>
                </a:solidFill>
                <a:latin typeface="Times New Roman" pitchFamily="-28" charset="0"/>
              </a:rPr>
              <a:t>2 </a:t>
            </a:r>
            <a:r>
              <a:rPr lang="en-US" altLang="ko-KR" sz="2800">
                <a:solidFill>
                  <a:srgbClr val="FF3300"/>
                </a:solidFill>
                <a:latin typeface="Times New Roman" pitchFamily="-28" charset="0"/>
              </a:rPr>
              <a:t>with certainty:</a:t>
            </a:r>
          </a:p>
          <a:p>
            <a:pPr marL="342900" indent="-342900">
              <a:spcBef>
                <a:spcPct val="0"/>
              </a:spcBef>
              <a:buFontTx/>
              <a:buNone/>
            </a:pPr>
            <a:r>
              <a:rPr lang="en-US" altLang="ko-KR" sz="2800" i="1">
                <a:solidFill>
                  <a:srgbClr val="FF3300"/>
                </a:solidFill>
                <a:latin typeface="Times New Roman" pitchFamily="-28" charset="0"/>
              </a:rPr>
              <a:t>x</a:t>
            </a:r>
            <a:r>
              <a:rPr lang="en-US" altLang="ko-KR" sz="2800" baseline="-25000">
                <a:solidFill>
                  <a:srgbClr val="FF3300"/>
                </a:solidFill>
                <a:latin typeface="Times New Roman" pitchFamily="-28" charset="0"/>
              </a:rPr>
              <a:t>2</a:t>
            </a:r>
            <a:r>
              <a:rPr lang="en-US" altLang="ko-KR" sz="2800">
                <a:latin typeface="Times New Roman" pitchFamily="-28" charset="0"/>
              </a:rPr>
              <a:t> </a:t>
            </a:r>
            <a:r>
              <a:rPr lang="en-US" altLang="ko-KR" sz="2800">
                <a:solidFill>
                  <a:srgbClr val="FF3300"/>
                </a:solidFill>
                <a:latin typeface="Times New Roman" pitchFamily="-28" charset="0"/>
              </a:rPr>
              <a:t>is an element of reality.</a:t>
            </a:r>
          </a:p>
        </p:txBody>
      </p:sp>
      <p:sp>
        <p:nvSpPr>
          <p:cNvPr id="424974" name="Rectangle 14"/>
          <p:cNvSpPr>
            <a:spLocks noChangeArrowheads="1"/>
          </p:cNvSpPr>
          <p:nvPr/>
        </p:nvSpPr>
        <p:spPr bwMode="auto">
          <a:xfrm>
            <a:off x="395288" y="2060575"/>
            <a:ext cx="2120900" cy="519113"/>
          </a:xfrm>
          <a:prstGeom prst="rect">
            <a:avLst/>
          </a:prstGeom>
          <a:noFill/>
          <a:ln w="25400">
            <a:no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measure </a:t>
            </a:r>
            <a:r>
              <a:rPr lang="en-US" altLang="ko-KR" sz="2800" i="1">
                <a:solidFill>
                  <a:srgbClr val="FF3300"/>
                </a:solidFill>
                <a:latin typeface="Times New Roman" pitchFamily="-28" charset="0"/>
              </a:rPr>
              <a:t>x</a:t>
            </a:r>
            <a:r>
              <a:rPr lang="en-US" altLang="ko-KR" sz="2800" baseline="-25000">
                <a:solidFill>
                  <a:srgbClr val="FF3300"/>
                </a:solidFill>
                <a:latin typeface="Times New Roman" pitchFamily="-28" charset="0"/>
              </a:rPr>
              <a:t>1</a:t>
            </a:r>
            <a:r>
              <a:rPr lang="en-US" altLang="ko-KR" sz="2800">
                <a:solidFill>
                  <a:srgbClr val="FF3300"/>
                </a:solidFill>
                <a:latin typeface="Times New Roman" pitchFamily="-28" charset="0"/>
              </a:rPr>
              <a:t>   </a:t>
            </a:r>
          </a:p>
        </p:txBody>
      </p:sp>
      <p:sp>
        <p:nvSpPr>
          <p:cNvPr id="82957" name="Rectangle 15"/>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49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4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73" grpId="0"/>
      <p:bldP spid="424974" grpId="0"/>
    </p:bld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83970" name="Object 2"/>
          <p:cNvGraphicFramePr>
            <a:graphicFrameLocks noChangeAspect="1"/>
          </p:cNvGraphicFramePr>
          <p:nvPr>
            <p:ph sz="quarter" idx="1"/>
          </p:nvPr>
        </p:nvGraphicFramePr>
        <p:xfrm>
          <a:off x="4067175" y="1412875"/>
          <a:ext cx="1943100" cy="534988"/>
        </p:xfrm>
        <a:graphic>
          <a:graphicData uri="http://schemas.openxmlformats.org/presentationml/2006/ole">
            <p:oleObj spid="_x0000_s83970" name="Equation" r:id="rId3" imgW="876240" imgH="241200" progId="Equation.3">
              <p:embed/>
            </p:oleObj>
          </a:graphicData>
        </a:graphic>
      </p:graphicFrame>
      <p:graphicFrame>
        <p:nvGraphicFramePr>
          <p:cNvPr id="83971" name="Object 3"/>
          <p:cNvGraphicFramePr>
            <a:graphicFrameLocks noChangeAspect="1"/>
          </p:cNvGraphicFramePr>
          <p:nvPr>
            <p:ph sz="quarter" idx="2"/>
          </p:nvPr>
        </p:nvGraphicFramePr>
        <p:xfrm>
          <a:off x="2051050" y="3819525"/>
          <a:ext cx="2665413" cy="384175"/>
        </p:xfrm>
        <a:graphic>
          <a:graphicData uri="http://schemas.openxmlformats.org/presentationml/2006/ole">
            <p:oleObj spid="_x0000_s83971" name="Equation" r:id="rId4" imgW="1498320" imgH="215640" progId="Equation.3">
              <p:embed/>
            </p:oleObj>
          </a:graphicData>
        </a:graphic>
      </p:graphicFrame>
      <p:grpSp>
        <p:nvGrpSpPr>
          <p:cNvPr id="83975" name="Group 5"/>
          <p:cNvGrpSpPr>
            <a:grpSpLocks/>
          </p:cNvGrpSpPr>
          <p:nvPr/>
        </p:nvGrpSpPr>
        <p:grpSpPr bwMode="auto">
          <a:xfrm>
            <a:off x="1619250" y="3068638"/>
            <a:ext cx="3238500" cy="1801812"/>
            <a:chOff x="1837" y="1933"/>
            <a:chExt cx="2040" cy="1135"/>
          </a:xfrm>
        </p:grpSpPr>
        <p:sp>
          <p:nvSpPr>
            <p:cNvPr id="83982" name="Freeform 38"/>
            <p:cNvSpPr>
              <a:spLocks/>
            </p:cNvSpPr>
            <p:nvPr/>
          </p:nvSpPr>
          <p:spPr bwMode="auto">
            <a:xfrm flipH="1">
              <a:off x="3107" y="2659"/>
              <a:ext cx="770" cy="409"/>
            </a:xfrm>
            <a:custGeom>
              <a:avLst/>
              <a:gdLst>
                <a:gd name="T0" fmla="*/ 2147483647 w 1"/>
                <a:gd name="T1" fmla="*/ 0 h 1215"/>
                <a:gd name="T2" fmla="*/ 0 w 1"/>
                <a:gd name="T3" fmla="*/ 81916418 h 1215"/>
                <a:gd name="T4" fmla="*/ 0 60000 65536"/>
                <a:gd name="T5" fmla="*/ 0 60000 65536"/>
                <a:gd name="T6" fmla="*/ 0 w 1"/>
                <a:gd name="T7" fmla="*/ 0 h 1215"/>
                <a:gd name="T8" fmla="*/ 1 w 1"/>
                <a:gd name="T9" fmla="*/ 1215 h 1215"/>
              </a:gdLst>
              <a:ahLst/>
              <a:cxnLst>
                <a:cxn ang="T4">
                  <a:pos x="T0" y="T1"/>
                </a:cxn>
                <a:cxn ang="T5">
                  <a:pos x="T2" y="T3"/>
                </a:cxn>
              </a:cxnLst>
              <a:rect l="T6" t="T7" r="T8" b="T9"/>
              <a:pathLst>
                <a:path w="1" h="1215">
                  <a:moveTo>
                    <a:pt x="1" y="0"/>
                  </a:moveTo>
                  <a:lnTo>
                    <a:pt x="0" y="1215"/>
                  </a:lnTo>
                </a:path>
              </a:pathLst>
            </a:custGeom>
            <a:noFill/>
            <a:ln w="34925">
              <a:solidFill>
                <a:schemeClr val="accent1"/>
              </a:solidFill>
              <a:round/>
              <a:headEnd/>
              <a:tailEnd type="triangle" w="med" len="med"/>
            </a:ln>
          </p:spPr>
          <p:txBody>
            <a:bodyPr>
              <a:prstTxWarp prst="textNoShape">
                <a:avLst/>
              </a:prstTxWarp>
            </a:bodyPr>
            <a:lstStyle/>
            <a:p>
              <a:endParaRPr lang="en-AU">
                <a:latin typeface="Times New Roman" pitchFamily="-28" charset="0"/>
              </a:endParaRPr>
            </a:p>
          </p:txBody>
        </p:sp>
        <p:sp>
          <p:nvSpPr>
            <p:cNvPr id="83983" name="Freeform 38"/>
            <p:cNvSpPr>
              <a:spLocks/>
            </p:cNvSpPr>
            <p:nvPr/>
          </p:nvSpPr>
          <p:spPr bwMode="auto">
            <a:xfrm flipV="1">
              <a:off x="1837" y="1933"/>
              <a:ext cx="817" cy="453"/>
            </a:xfrm>
            <a:custGeom>
              <a:avLst/>
              <a:gdLst>
                <a:gd name="T0" fmla="*/ 2147483647 w 1"/>
                <a:gd name="T1" fmla="*/ 0 h 1215"/>
                <a:gd name="T2" fmla="*/ 0 w 1"/>
                <a:gd name="T3" fmla="*/ 111300121 h 1215"/>
                <a:gd name="T4" fmla="*/ 0 60000 65536"/>
                <a:gd name="T5" fmla="*/ 0 60000 65536"/>
                <a:gd name="T6" fmla="*/ 0 w 1"/>
                <a:gd name="T7" fmla="*/ 0 h 1215"/>
                <a:gd name="T8" fmla="*/ 1 w 1"/>
                <a:gd name="T9" fmla="*/ 1215 h 1215"/>
              </a:gdLst>
              <a:ahLst/>
              <a:cxnLst>
                <a:cxn ang="T4">
                  <a:pos x="T0" y="T1"/>
                </a:cxn>
                <a:cxn ang="T5">
                  <a:pos x="T2" y="T3"/>
                </a:cxn>
              </a:cxnLst>
              <a:rect l="T6" t="T7" r="T8" b="T9"/>
              <a:pathLst>
                <a:path w="1" h="1215">
                  <a:moveTo>
                    <a:pt x="1" y="0"/>
                  </a:moveTo>
                  <a:lnTo>
                    <a:pt x="0" y="1215"/>
                  </a:lnTo>
                </a:path>
              </a:pathLst>
            </a:custGeom>
            <a:noFill/>
            <a:ln w="34925">
              <a:solidFill>
                <a:schemeClr val="accent1"/>
              </a:solidFill>
              <a:round/>
              <a:headEnd/>
              <a:tailEnd type="triangle" w="med" len="med"/>
            </a:ln>
          </p:spPr>
          <p:txBody>
            <a:bodyPr rot="10800000">
              <a:prstTxWarp prst="textNoShape">
                <a:avLst/>
              </a:prstTxWarp>
            </a:bodyPr>
            <a:lstStyle/>
            <a:p>
              <a:endParaRPr lang="en-AU">
                <a:latin typeface="Times New Roman" pitchFamily="-28" charset="0"/>
              </a:endParaRPr>
            </a:p>
          </p:txBody>
        </p:sp>
      </p:grpSp>
      <p:sp>
        <p:nvSpPr>
          <p:cNvPr id="83976" name="Rectangle 8"/>
          <p:cNvSpPr>
            <a:spLocks noChangeArrowheads="1"/>
          </p:cNvSpPr>
          <p:nvPr/>
        </p:nvSpPr>
        <p:spPr bwMode="auto">
          <a:xfrm>
            <a:off x="1042988" y="2636838"/>
            <a:ext cx="387350" cy="544512"/>
          </a:xfrm>
          <a:prstGeom prst="rect">
            <a:avLst/>
          </a:prstGeom>
          <a:noFill/>
          <a:ln w="25400">
            <a:solidFill>
              <a:srgbClr val="FF3300"/>
            </a:solid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1</a:t>
            </a:r>
          </a:p>
        </p:txBody>
      </p:sp>
      <p:sp>
        <p:nvSpPr>
          <p:cNvPr id="83977" name="Rectangle 9"/>
          <p:cNvSpPr>
            <a:spLocks noChangeArrowheads="1"/>
          </p:cNvSpPr>
          <p:nvPr/>
        </p:nvSpPr>
        <p:spPr bwMode="auto">
          <a:xfrm>
            <a:off x="5003800" y="4652963"/>
            <a:ext cx="387350" cy="544512"/>
          </a:xfrm>
          <a:prstGeom prst="rect">
            <a:avLst/>
          </a:prstGeom>
          <a:noFill/>
          <a:ln w="25400">
            <a:solidFill>
              <a:srgbClr val="FF3300"/>
            </a:solid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2</a:t>
            </a:r>
          </a:p>
        </p:txBody>
      </p:sp>
      <p:graphicFrame>
        <p:nvGraphicFramePr>
          <p:cNvPr id="83972" name="Object 4"/>
          <p:cNvGraphicFramePr>
            <a:graphicFrameLocks noChangeAspect="1"/>
          </p:cNvGraphicFramePr>
          <p:nvPr/>
        </p:nvGraphicFramePr>
        <p:xfrm>
          <a:off x="4067175" y="2060575"/>
          <a:ext cx="2951163" cy="509588"/>
        </p:xfrm>
        <a:graphic>
          <a:graphicData uri="http://schemas.openxmlformats.org/presentationml/2006/ole">
            <p:oleObj spid="_x0000_s83972" name="Equation" r:id="rId5" imgW="1244520" imgH="215640" progId="Equation.3">
              <p:embed/>
            </p:oleObj>
          </a:graphicData>
        </a:graphic>
      </p:graphicFrame>
      <p:graphicFrame>
        <p:nvGraphicFramePr>
          <p:cNvPr id="83973" name="Object 5"/>
          <p:cNvGraphicFramePr>
            <a:graphicFrameLocks noChangeAspect="1"/>
          </p:cNvGraphicFramePr>
          <p:nvPr/>
        </p:nvGraphicFramePr>
        <p:xfrm>
          <a:off x="6011863" y="2997200"/>
          <a:ext cx="1625600" cy="509588"/>
        </p:xfrm>
        <a:graphic>
          <a:graphicData uri="http://schemas.openxmlformats.org/presentationml/2006/ole">
            <p:oleObj spid="_x0000_s83973" name="Equation" r:id="rId6" imgW="685800" imgH="215640" progId="Equation.3">
              <p:embed/>
            </p:oleObj>
          </a:graphicData>
        </a:graphic>
      </p:graphicFrame>
      <p:graphicFrame>
        <p:nvGraphicFramePr>
          <p:cNvPr id="83974" name="Object 6"/>
          <p:cNvGraphicFramePr>
            <a:graphicFrameLocks noChangeAspect="1"/>
          </p:cNvGraphicFramePr>
          <p:nvPr/>
        </p:nvGraphicFramePr>
        <p:xfrm>
          <a:off x="5940425" y="3573463"/>
          <a:ext cx="1685925" cy="509587"/>
        </p:xfrm>
        <a:graphic>
          <a:graphicData uri="http://schemas.openxmlformats.org/presentationml/2006/ole">
            <p:oleObj spid="_x0000_s83974" name="Equation" r:id="rId7" imgW="711000" imgH="215640" progId="Equation.3">
              <p:embed/>
            </p:oleObj>
          </a:graphicData>
        </a:graphic>
      </p:graphicFrame>
      <p:sp>
        <p:nvSpPr>
          <p:cNvPr id="425997" name="Rectangle 13"/>
          <p:cNvSpPr>
            <a:spLocks noChangeArrowheads="1"/>
          </p:cNvSpPr>
          <p:nvPr/>
        </p:nvSpPr>
        <p:spPr bwMode="auto">
          <a:xfrm>
            <a:off x="2268538" y="5661025"/>
            <a:ext cx="5303837" cy="946150"/>
          </a:xfrm>
          <a:prstGeom prst="rect">
            <a:avLst/>
          </a:prstGeom>
          <a:noFill/>
          <a:ln w="25400">
            <a:no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One can predict</a:t>
            </a:r>
            <a:r>
              <a:rPr lang="en-US" altLang="ko-KR" sz="2800" i="1">
                <a:solidFill>
                  <a:srgbClr val="FF3300"/>
                </a:solidFill>
                <a:latin typeface="Times New Roman" pitchFamily="-28" charset="0"/>
              </a:rPr>
              <a:t> p</a:t>
            </a:r>
            <a:r>
              <a:rPr lang="en-US" altLang="ko-KR" sz="2800" baseline="-25000">
                <a:solidFill>
                  <a:srgbClr val="FF3300"/>
                </a:solidFill>
                <a:latin typeface="Times New Roman" pitchFamily="-28" charset="0"/>
              </a:rPr>
              <a:t>2 </a:t>
            </a:r>
            <a:r>
              <a:rPr lang="en-US" altLang="ko-KR" sz="2800">
                <a:solidFill>
                  <a:srgbClr val="FF3300"/>
                </a:solidFill>
                <a:latin typeface="Times New Roman" pitchFamily="-28" charset="0"/>
              </a:rPr>
              <a:t>with certainty:</a:t>
            </a:r>
          </a:p>
          <a:p>
            <a:pPr marL="342900" indent="-342900">
              <a:spcBef>
                <a:spcPct val="0"/>
              </a:spcBef>
              <a:buFontTx/>
              <a:buNone/>
            </a:pPr>
            <a:r>
              <a:rPr lang="en-US" altLang="ko-KR" sz="2800" i="1">
                <a:solidFill>
                  <a:srgbClr val="FF3300"/>
                </a:solidFill>
                <a:latin typeface="Times New Roman" pitchFamily="-28" charset="0"/>
              </a:rPr>
              <a:t>p</a:t>
            </a:r>
            <a:r>
              <a:rPr lang="en-US" altLang="ko-KR" sz="2800" baseline="-25000">
                <a:solidFill>
                  <a:srgbClr val="FF3300"/>
                </a:solidFill>
                <a:latin typeface="Times New Roman" pitchFamily="-28" charset="0"/>
              </a:rPr>
              <a:t>2</a:t>
            </a:r>
            <a:r>
              <a:rPr lang="en-US" altLang="ko-KR" sz="2800">
                <a:latin typeface="Times New Roman" pitchFamily="-28" charset="0"/>
              </a:rPr>
              <a:t> </a:t>
            </a:r>
            <a:r>
              <a:rPr lang="en-US" altLang="ko-KR" sz="2800">
                <a:solidFill>
                  <a:srgbClr val="FF3300"/>
                </a:solidFill>
                <a:latin typeface="Times New Roman" pitchFamily="-28" charset="0"/>
              </a:rPr>
              <a:t>is an element of reality.</a:t>
            </a:r>
          </a:p>
        </p:txBody>
      </p:sp>
      <p:sp>
        <p:nvSpPr>
          <p:cNvPr id="425998" name="Rectangle 14"/>
          <p:cNvSpPr>
            <a:spLocks noChangeArrowheads="1"/>
          </p:cNvSpPr>
          <p:nvPr/>
        </p:nvSpPr>
        <p:spPr bwMode="auto">
          <a:xfrm>
            <a:off x="395288" y="2060575"/>
            <a:ext cx="2120900" cy="519113"/>
          </a:xfrm>
          <a:prstGeom prst="rect">
            <a:avLst/>
          </a:prstGeom>
          <a:noFill/>
          <a:ln w="25400">
            <a:no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measure </a:t>
            </a:r>
            <a:r>
              <a:rPr lang="en-US" altLang="ko-KR" sz="2800" i="1">
                <a:solidFill>
                  <a:srgbClr val="FF3300"/>
                </a:solidFill>
                <a:latin typeface="Times New Roman" pitchFamily="-28" charset="0"/>
              </a:rPr>
              <a:t>p</a:t>
            </a:r>
            <a:r>
              <a:rPr lang="en-US" altLang="ko-KR" sz="2800" baseline="-25000">
                <a:solidFill>
                  <a:srgbClr val="FF3300"/>
                </a:solidFill>
                <a:latin typeface="Times New Roman" pitchFamily="-28" charset="0"/>
              </a:rPr>
              <a:t>1</a:t>
            </a:r>
            <a:r>
              <a:rPr lang="en-US" altLang="ko-KR" sz="2800">
                <a:solidFill>
                  <a:srgbClr val="FF3300"/>
                </a:solidFill>
                <a:latin typeface="Times New Roman" pitchFamily="-28" charset="0"/>
              </a:rPr>
              <a:t>   </a:t>
            </a:r>
          </a:p>
        </p:txBody>
      </p:sp>
      <p:sp>
        <p:nvSpPr>
          <p:cNvPr id="83981" name="Rectangle 15"/>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59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59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97" grpId="0"/>
      <p:bldP spid="425998" grpId="0"/>
    </p:bld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84994" name="Object 2"/>
          <p:cNvGraphicFramePr>
            <a:graphicFrameLocks noChangeAspect="1"/>
          </p:cNvGraphicFramePr>
          <p:nvPr>
            <p:ph sz="quarter" idx="1"/>
          </p:nvPr>
        </p:nvGraphicFramePr>
        <p:xfrm>
          <a:off x="4067175" y="1412875"/>
          <a:ext cx="1943100" cy="534988"/>
        </p:xfrm>
        <a:graphic>
          <a:graphicData uri="http://schemas.openxmlformats.org/presentationml/2006/ole">
            <p:oleObj spid="_x0000_s84994" name="Equation" r:id="rId3" imgW="876240" imgH="241200" progId="Equation.3">
              <p:embed/>
            </p:oleObj>
          </a:graphicData>
        </a:graphic>
      </p:graphicFrame>
      <p:graphicFrame>
        <p:nvGraphicFramePr>
          <p:cNvPr id="84995" name="Object 3"/>
          <p:cNvGraphicFramePr>
            <a:graphicFrameLocks noChangeAspect="1"/>
          </p:cNvGraphicFramePr>
          <p:nvPr>
            <p:ph sz="quarter" idx="2"/>
          </p:nvPr>
        </p:nvGraphicFramePr>
        <p:xfrm>
          <a:off x="2051050" y="3819525"/>
          <a:ext cx="2665413" cy="384175"/>
        </p:xfrm>
        <a:graphic>
          <a:graphicData uri="http://schemas.openxmlformats.org/presentationml/2006/ole">
            <p:oleObj spid="_x0000_s84995" name="Equation" r:id="rId4" imgW="1498320" imgH="215640" progId="Equation.3">
              <p:embed/>
            </p:oleObj>
          </a:graphicData>
        </a:graphic>
      </p:graphicFrame>
      <p:grpSp>
        <p:nvGrpSpPr>
          <p:cNvPr id="84999" name="Group 5"/>
          <p:cNvGrpSpPr>
            <a:grpSpLocks/>
          </p:cNvGrpSpPr>
          <p:nvPr/>
        </p:nvGrpSpPr>
        <p:grpSpPr bwMode="auto">
          <a:xfrm>
            <a:off x="1619250" y="3068638"/>
            <a:ext cx="3238500" cy="1801812"/>
            <a:chOff x="1837" y="1933"/>
            <a:chExt cx="2040" cy="1135"/>
          </a:xfrm>
        </p:grpSpPr>
        <p:sp>
          <p:nvSpPr>
            <p:cNvPr id="85005" name="Freeform 38"/>
            <p:cNvSpPr>
              <a:spLocks/>
            </p:cNvSpPr>
            <p:nvPr/>
          </p:nvSpPr>
          <p:spPr bwMode="auto">
            <a:xfrm flipH="1">
              <a:off x="3107" y="2659"/>
              <a:ext cx="770" cy="409"/>
            </a:xfrm>
            <a:custGeom>
              <a:avLst/>
              <a:gdLst>
                <a:gd name="T0" fmla="*/ 2147483647 w 1"/>
                <a:gd name="T1" fmla="*/ 0 h 1215"/>
                <a:gd name="T2" fmla="*/ 0 w 1"/>
                <a:gd name="T3" fmla="*/ 81916418 h 1215"/>
                <a:gd name="T4" fmla="*/ 0 60000 65536"/>
                <a:gd name="T5" fmla="*/ 0 60000 65536"/>
                <a:gd name="T6" fmla="*/ 0 w 1"/>
                <a:gd name="T7" fmla="*/ 0 h 1215"/>
                <a:gd name="T8" fmla="*/ 1 w 1"/>
                <a:gd name="T9" fmla="*/ 1215 h 1215"/>
              </a:gdLst>
              <a:ahLst/>
              <a:cxnLst>
                <a:cxn ang="T4">
                  <a:pos x="T0" y="T1"/>
                </a:cxn>
                <a:cxn ang="T5">
                  <a:pos x="T2" y="T3"/>
                </a:cxn>
              </a:cxnLst>
              <a:rect l="T6" t="T7" r="T8" b="T9"/>
              <a:pathLst>
                <a:path w="1" h="1215">
                  <a:moveTo>
                    <a:pt x="1" y="0"/>
                  </a:moveTo>
                  <a:lnTo>
                    <a:pt x="0" y="1215"/>
                  </a:lnTo>
                </a:path>
              </a:pathLst>
            </a:custGeom>
            <a:noFill/>
            <a:ln w="34925">
              <a:solidFill>
                <a:schemeClr val="accent1"/>
              </a:solidFill>
              <a:round/>
              <a:headEnd/>
              <a:tailEnd type="triangle" w="med" len="med"/>
            </a:ln>
          </p:spPr>
          <p:txBody>
            <a:bodyPr>
              <a:prstTxWarp prst="textNoShape">
                <a:avLst/>
              </a:prstTxWarp>
            </a:bodyPr>
            <a:lstStyle/>
            <a:p>
              <a:endParaRPr lang="en-AU">
                <a:latin typeface="Times New Roman" pitchFamily="-28" charset="0"/>
              </a:endParaRPr>
            </a:p>
          </p:txBody>
        </p:sp>
        <p:sp>
          <p:nvSpPr>
            <p:cNvPr id="85006" name="Freeform 38"/>
            <p:cNvSpPr>
              <a:spLocks/>
            </p:cNvSpPr>
            <p:nvPr/>
          </p:nvSpPr>
          <p:spPr bwMode="auto">
            <a:xfrm flipV="1">
              <a:off x="1837" y="1933"/>
              <a:ext cx="817" cy="453"/>
            </a:xfrm>
            <a:custGeom>
              <a:avLst/>
              <a:gdLst>
                <a:gd name="T0" fmla="*/ 2147483647 w 1"/>
                <a:gd name="T1" fmla="*/ 0 h 1215"/>
                <a:gd name="T2" fmla="*/ 0 w 1"/>
                <a:gd name="T3" fmla="*/ 111300121 h 1215"/>
                <a:gd name="T4" fmla="*/ 0 60000 65536"/>
                <a:gd name="T5" fmla="*/ 0 60000 65536"/>
                <a:gd name="T6" fmla="*/ 0 w 1"/>
                <a:gd name="T7" fmla="*/ 0 h 1215"/>
                <a:gd name="T8" fmla="*/ 1 w 1"/>
                <a:gd name="T9" fmla="*/ 1215 h 1215"/>
              </a:gdLst>
              <a:ahLst/>
              <a:cxnLst>
                <a:cxn ang="T4">
                  <a:pos x="T0" y="T1"/>
                </a:cxn>
                <a:cxn ang="T5">
                  <a:pos x="T2" y="T3"/>
                </a:cxn>
              </a:cxnLst>
              <a:rect l="T6" t="T7" r="T8" b="T9"/>
              <a:pathLst>
                <a:path w="1" h="1215">
                  <a:moveTo>
                    <a:pt x="1" y="0"/>
                  </a:moveTo>
                  <a:lnTo>
                    <a:pt x="0" y="1215"/>
                  </a:lnTo>
                </a:path>
              </a:pathLst>
            </a:custGeom>
            <a:noFill/>
            <a:ln w="34925">
              <a:solidFill>
                <a:schemeClr val="accent1"/>
              </a:solidFill>
              <a:round/>
              <a:headEnd/>
              <a:tailEnd type="triangle" w="med" len="med"/>
            </a:ln>
          </p:spPr>
          <p:txBody>
            <a:bodyPr rot="10800000">
              <a:prstTxWarp prst="textNoShape">
                <a:avLst/>
              </a:prstTxWarp>
            </a:bodyPr>
            <a:lstStyle/>
            <a:p>
              <a:endParaRPr lang="en-AU">
                <a:latin typeface="Times New Roman" pitchFamily="-28" charset="0"/>
              </a:endParaRPr>
            </a:p>
          </p:txBody>
        </p:sp>
      </p:grpSp>
      <p:sp>
        <p:nvSpPr>
          <p:cNvPr id="85000" name="Rectangle 8"/>
          <p:cNvSpPr>
            <a:spLocks noChangeArrowheads="1"/>
          </p:cNvSpPr>
          <p:nvPr/>
        </p:nvSpPr>
        <p:spPr bwMode="auto">
          <a:xfrm>
            <a:off x="1042988" y="2636838"/>
            <a:ext cx="387350" cy="544512"/>
          </a:xfrm>
          <a:prstGeom prst="rect">
            <a:avLst/>
          </a:prstGeom>
          <a:noFill/>
          <a:ln w="25400">
            <a:solidFill>
              <a:srgbClr val="FF3300"/>
            </a:solid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1</a:t>
            </a:r>
          </a:p>
        </p:txBody>
      </p:sp>
      <p:sp>
        <p:nvSpPr>
          <p:cNvPr id="85001" name="Rectangle 9"/>
          <p:cNvSpPr>
            <a:spLocks noChangeArrowheads="1"/>
          </p:cNvSpPr>
          <p:nvPr/>
        </p:nvSpPr>
        <p:spPr bwMode="auto">
          <a:xfrm>
            <a:off x="5003800" y="4652963"/>
            <a:ext cx="387350" cy="544512"/>
          </a:xfrm>
          <a:prstGeom prst="rect">
            <a:avLst/>
          </a:prstGeom>
          <a:noFill/>
          <a:ln w="25400">
            <a:solidFill>
              <a:srgbClr val="FF3300"/>
            </a:solidFill>
            <a:miter lim="800000"/>
            <a:headEnd/>
            <a:tailEnd/>
          </a:ln>
        </p:spPr>
        <p:txBody>
          <a:bodyPr wrap="none">
            <a:prstTxWarp prst="textNoShape">
              <a:avLst/>
            </a:prstTxWarp>
            <a:spAutoFit/>
          </a:bodyPr>
          <a:lstStyle/>
          <a:p>
            <a:pPr marL="342900" indent="-342900">
              <a:spcBef>
                <a:spcPct val="0"/>
              </a:spcBef>
              <a:buFontTx/>
              <a:buNone/>
            </a:pPr>
            <a:r>
              <a:rPr lang="en-US" altLang="ko-KR" sz="2800">
                <a:solidFill>
                  <a:srgbClr val="FF3300"/>
                </a:solidFill>
                <a:latin typeface="Times New Roman" pitchFamily="-28" charset="0"/>
              </a:rPr>
              <a:t>2</a:t>
            </a:r>
          </a:p>
        </p:txBody>
      </p:sp>
      <p:graphicFrame>
        <p:nvGraphicFramePr>
          <p:cNvPr id="84996" name="Object 4"/>
          <p:cNvGraphicFramePr>
            <a:graphicFrameLocks noChangeAspect="1"/>
          </p:cNvGraphicFramePr>
          <p:nvPr/>
        </p:nvGraphicFramePr>
        <p:xfrm>
          <a:off x="4067175" y="2060575"/>
          <a:ext cx="2951163" cy="509588"/>
        </p:xfrm>
        <a:graphic>
          <a:graphicData uri="http://schemas.openxmlformats.org/presentationml/2006/ole">
            <p:oleObj spid="_x0000_s84996" name="Equation" r:id="rId5" imgW="1244520" imgH="215640" progId="Equation.3">
              <p:embed/>
            </p:oleObj>
          </a:graphicData>
        </a:graphic>
      </p:graphicFrame>
      <p:graphicFrame>
        <p:nvGraphicFramePr>
          <p:cNvPr id="84997" name="Object 5"/>
          <p:cNvGraphicFramePr>
            <a:graphicFrameLocks noChangeAspect="1"/>
          </p:cNvGraphicFramePr>
          <p:nvPr/>
        </p:nvGraphicFramePr>
        <p:xfrm>
          <a:off x="6011863" y="2997200"/>
          <a:ext cx="1625600" cy="509588"/>
        </p:xfrm>
        <a:graphic>
          <a:graphicData uri="http://schemas.openxmlformats.org/presentationml/2006/ole">
            <p:oleObj spid="_x0000_s84997" name="Equation" r:id="rId6" imgW="685800" imgH="215640" progId="Equation.3">
              <p:embed/>
            </p:oleObj>
          </a:graphicData>
        </a:graphic>
      </p:graphicFrame>
      <p:graphicFrame>
        <p:nvGraphicFramePr>
          <p:cNvPr id="84998" name="Object 6"/>
          <p:cNvGraphicFramePr>
            <a:graphicFrameLocks noChangeAspect="1"/>
          </p:cNvGraphicFramePr>
          <p:nvPr/>
        </p:nvGraphicFramePr>
        <p:xfrm>
          <a:off x="5940425" y="3573463"/>
          <a:ext cx="1685925" cy="509587"/>
        </p:xfrm>
        <a:graphic>
          <a:graphicData uri="http://schemas.openxmlformats.org/presentationml/2006/ole">
            <p:oleObj spid="_x0000_s84998" name="Equation" r:id="rId7" imgW="711000" imgH="215640" progId="Equation.3">
              <p:embed/>
            </p:oleObj>
          </a:graphicData>
        </a:graphic>
      </p:graphicFrame>
      <p:sp>
        <p:nvSpPr>
          <p:cNvPr id="85002" name="Rectangle 13"/>
          <p:cNvSpPr>
            <a:spLocks noChangeArrowheads="1"/>
          </p:cNvSpPr>
          <p:nvPr/>
        </p:nvSpPr>
        <p:spPr bwMode="auto">
          <a:xfrm>
            <a:off x="539750" y="5661025"/>
            <a:ext cx="8261350" cy="519113"/>
          </a:xfrm>
          <a:prstGeom prst="rect">
            <a:avLst/>
          </a:prstGeom>
          <a:noFill/>
          <a:ln w="25400">
            <a:noFill/>
            <a:miter lim="800000"/>
            <a:headEnd/>
            <a:tailEnd/>
          </a:ln>
        </p:spPr>
        <p:txBody>
          <a:bodyPr wrap="none">
            <a:prstTxWarp prst="textNoShape">
              <a:avLst/>
            </a:prstTxWarp>
            <a:spAutoFit/>
          </a:bodyPr>
          <a:lstStyle/>
          <a:p>
            <a:pPr marL="342900" indent="-342900">
              <a:spcBef>
                <a:spcPct val="0"/>
              </a:spcBef>
              <a:buFontTx/>
              <a:buNone/>
            </a:pPr>
            <a:r>
              <a:rPr lang="en-US" altLang="ko-KR" sz="2800" i="1">
                <a:solidFill>
                  <a:srgbClr val="FF3300"/>
                </a:solidFill>
                <a:latin typeface="Times New Roman" pitchFamily="-28" charset="0"/>
              </a:rPr>
              <a:t>x</a:t>
            </a:r>
            <a:r>
              <a:rPr lang="en-US" altLang="ko-KR" sz="2800" i="1" baseline="-25000">
                <a:solidFill>
                  <a:srgbClr val="FF3300"/>
                </a:solidFill>
                <a:latin typeface="Times New Roman" pitchFamily="-28" charset="0"/>
              </a:rPr>
              <a:t>2</a:t>
            </a:r>
            <a:r>
              <a:rPr lang="en-US" altLang="ko-KR" sz="2800" i="1">
                <a:solidFill>
                  <a:srgbClr val="FF3300"/>
                </a:solidFill>
                <a:latin typeface="Times New Roman" pitchFamily="-28" charset="0"/>
              </a:rPr>
              <a:t> </a:t>
            </a:r>
            <a:r>
              <a:rPr lang="en-US" altLang="ko-KR" sz="2800">
                <a:solidFill>
                  <a:srgbClr val="FF3300"/>
                </a:solidFill>
                <a:latin typeface="Times New Roman" pitchFamily="-28" charset="0"/>
              </a:rPr>
              <a:t>and</a:t>
            </a:r>
            <a:r>
              <a:rPr lang="en-US" altLang="ko-KR" sz="2800" i="1">
                <a:solidFill>
                  <a:srgbClr val="FF3300"/>
                </a:solidFill>
                <a:latin typeface="Times New Roman" pitchFamily="-28" charset="0"/>
              </a:rPr>
              <a:t> p</a:t>
            </a:r>
            <a:r>
              <a:rPr lang="en-US" altLang="ko-KR" sz="2800" baseline="-25000">
                <a:solidFill>
                  <a:srgbClr val="FF3300"/>
                </a:solidFill>
                <a:latin typeface="Times New Roman" pitchFamily="-28" charset="0"/>
              </a:rPr>
              <a:t>2</a:t>
            </a:r>
            <a:r>
              <a:rPr lang="en-US" altLang="ko-KR" sz="2800">
                <a:solidFill>
                  <a:srgbClr val="FF3300"/>
                </a:solidFill>
                <a:latin typeface="Times New Roman" pitchFamily="-28" charset="0"/>
              </a:rPr>
              <a:t> cannot be simultaneously described by QM.</a:t>
            </a:r>
          </a:p>
        </p:txBody>
      </p:sp>
      <p:sp>
        <p:nvSpPr>
          <p:cNvPr id="85004" name="Rectangle 15"/>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6018" name="Rectangle 3"/>
          <p:cNvSpPr>
            <a:spLocks noChangeArrowheads="1"/>
          </p:cNvSpPr>
          <p:nvPr/>
        </p:nvSpPr>
        <p:spPr bwMode="auto">
          <a:xfrm>
            <a:off x="755650" y="1412875"/>
            <a:ext cx="7502525" cy="523875"/>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800" b="0">
                <a:solidFill>
                  <a:schemeClr val="tx1"/>
                </a:solidFill>
                <a:latin typeface="Times New Roman" pitchFamily="-28" charset="0"/>
              </a:rPr>
              <a:t>Is quantum mechanics a complete physical theory?</a:t>
            </a:r>
          </a:p>
        </p:txBody>
      </p:sp>
      <p:sp>
        <p:nvSpPr>
          <p:cNvPr id="86019" name="Rectangle 4"/>
          <p:cNvSpPr>
            <a:spLocks noChangeArrowheads="1"/>
          </p:cNvSpPr>
          <p:nvPr/>
        </p:nvSpPr>
        <p:spPr bwMode="auto">
          <a:xfrm>
            <a:off x="611188" y="2276475"/>
            <a:ext cx="7848600" cy="954088"/>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800" b="0">
                <a:solidFill>
                  <a:schemeClr val="tx1"/>
                </a:solidFill>
                <a:latin typeface="Times New Roman" pitchFamily="-28" charset="0"/>
              </a:rPr>
              <a:t>Complete physical theory: one in which there is an element corresponding to every element of reality.</a:t>
            </a:r>
          </a:p>
        </p:txBody>
      </p:sp>
      <p:sp>
        <p:nvSpPr>
          <p:cNvPr id="86020" name="Freeform 9"/>
          <p:cNvSpPr>
            <a:spLocks/>
          </p:cNvSpPr>
          <p:nvPr/>
        </p:nvSpPr>
        <p:spPr bwMode="auto">
          <a:xfrm flipV="1">
            <a:off x="2700338" y="4654550"/>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atin typeface="Times New Roman" pitchFamily="-28" charset="0"/>
            </a:endParaRPr>
          </a:p>
        </p:txBody>
      </p:sp>
      <p:sp>
        <p:nvSpPr>
          <p:cNvPr id="86021" name="Rectangle 6"/>
          <p:cNvSpPr>
            <a:spLocks noChangeArrowheads="1"/>
          </p:cNvSpPr>
          <p:nvPr/>
        </p:nvSpPr>
        <p:spPr bwMode="auto">
          <a:xfrm>
            <a:off x="5292725" y="4365625"/>
            <a:ext cx="3024188" cy="1878013"/>
          </a:xfrm>
          <a:prstGeom prst="rect">
            <a:avLst/>
          </a:prstGeom>
          <a:noFill/>
          <a:ln w="22225">
            <a:solidFill>
              <a:srgbClr val="FF0000"/>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endParaRPr lang="en-US" altLang="ko-KR" sz="2000" b="0">
              <a:solidFill>
                <a:srgbClr val="FF3300"/>
              </a:solidFill>
              <a:latin typeface="Times New Roman" pitchFamily="-28" charset="0"/>
            </a:endParaRPr>
          </a:p>
          <a:p>
            <a:pPr>
              <a:buFontTx/>
              <a:buNone/>
            </a:pPr>
            <a:r>
              <a:rPr lang="en-US" altLang="ko-KR" sz="2000" b="0">
                <a:solidFill>
                  <a:srgbClr val="FF3300"/>
                </a:solidFill>
                <a:latin typeface="Times New Roman" pitchFamily="-28" charset="0"/>
              </a:rPr>
              <a:t>     Element of the theory </a:t>
            </a:r>
            <a:r>
              <a:rPr lang="en-US" altLang="ko-KR" sz="2000" b="0" i="1">
                <a:solidFill>
                  <a:srgbClr val="FF3300"/>
                </a:solidFill>
                <a:latin typeface="Times New Roman" pitchFamily="-28" charset="0"/>
              </a:rPr>
              <a:t>x</a:t>
            </a:r>
          </a:p>
          <a:p>
            <a:pPr>
              <a:buFontTx/>
              <a:buNone/>
            </a:pPr>
            <a:endParaRPr lang="en-US" altLang="ko-KR" sz="2000" b="0">
              <a:solidFill>
                <a:srgbClr val="FF3300"/>
              </a:solidFill>
              <a:latin typeface="Times New Roman" pitchFamily="-28" charset="0"/>
            </a:endParaRPr>
          </a:p>
          <a:p>
            <a:pPr>
              <a:buFontTx/>
              <a:buNone/>
            </a:pPr>
            <a:r>
              <a:rPr lang="en-US" altLang="ko-KR" sz="2000" b="0">
                <a:solidFill>
                  <a:srgbClr val="FF3300"/>
                </a:solidFill>
                <a:latin typeface="Times New Roman" pitchFamily="-28" charset="0"/>
              </a:rPr>
              <a:t>               …</a:t>
            </a:r>
          </a:p>
          <a:p>
            <a:pPr>
              <a:buFontTx/>
              <a:buNone/>
            </a:pPr>
            <a:r>
              <a:rPr lang="en-US" altLang="ko-KR" sz="2000" b="0">
                <a:solidFill>
                  <a:srgbClr val="FF3300"/>
                </a:solidFill>
                <a:latin typeface="Times New Roman" pitchFamily="-28" charset="0"/>
              </a:rPr>
              <a:t>               …</a:t>
            </a:r>
          </a:p>
        </p:txBody>
      </p:sp>
      <p:sp>
        <p:nvSpPr>
          <p:cNvPr id="86022" name="Rectangle 7"/>
          <p:cNvSpPr>
            <a:spLocks noChangeArrowheads="1"/>
          </p:cNvSpPr>
          <p:nvPr/>
        </p:nvSpPr>
        <p:spPr bwMode="auto">
          <a:xfrm>
            <a:off x="539750" y="4076700"/>
            <a:ext cx="3240088" cy="2246313"/>
          </a:xfrm>
          <a:prstGeom prst="rect">
            <a:avLst/>
          </a:prstGeom>
          <a:noFill/>
          <a:ln w="22225">
            <a:solidFill>
              <a:schemeClr val="tx1"/>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endParaRPr lang="en-US" altLang="ko-KR" sz="2000" b="0">
              <a:solidFill>
                <a:schemeClr val="tx1"/>
              </a:solidFill>
              <a:latin typeface="Times New Roman" pitchFamily="-28" charset="0"/>
            </a:endParaRPr>
          </a:p>
          <a:p>
            <a:pPr>
              <a:buFontTx/>
              <a:buNone/>
            </a:pPr>
            <a:r>
              <a:rPr lang="en-US" altLang="ko-KR" sz="2000" b="0">
                <a:solidFill>
                  <a:schemeClr val="tx1"/>
                </a:solidFill>
                <a:latin typeface="Times New Roman" pitchFamily="-28" charset="0"/>
              </a:rPr>
              <a:t>Element of reality </a:t>
            </a:r>
            <a:r>
              <a:rPr lang="en-US" altLang="ko-KR" sz="2000" b="0" i="1">
                <a:solidFill>
                  <a:schemeClr val="tx1"/>
                </a:solidFill>
                <a:latin typeface="Times New Roman" pitchFamily="-28" charset="0"/>
              </a:rPr>
              <a:t>x</a:t>
            </a:r>
          </a:p>
          <a:p>
            <a:pPr>
              <a:buFontTx/>
              <a:buNone/>
            </a:pPr>
            <a:r>
              <a:rPr lang="en-US" altLang="ko-KR" sz="2000" b="0">
                <a:solidFill>
                  <a:schemeClr val="tx1"/>
                </a:solidFill>
                <a:latin typeface="Times New Roman" pitchFamily="-28" charset="0"/>
              </a:rPr>
              <a:t>Element of reality </a:t>
            </a:r>
            <a:r>
              <a:rPr lang="en-US" altLang="ko-KR" sz="2000" b="0" i="1">
                <a:solidFill>
                  <a:schemeClr val="tx1"/>
                </a:solidFill>
                <a:latin typeface="Times New Roman" pitchFamily="-28" charset="0"/>
              </a:rPr>
              <a:t>p</a:t>
            </a:r>
          </a:p>
          <a:p>
            <a:pPr>
              <a:buFontTx/>
              <a:buNone/>
            </a:pPr>
            <a:r>
              <a:rPr lang="en-US" altLang="ko-KR" sz="2000" b="0">
                <a:solidFill>
                  <a:schemeClr val="tx1"/>
                </a:solidFill>
                <a:latin typeface="Times New Roman" pitchFamily="-28" charset="0"/>
              </a:rPr>
              <a:t>          …</a:t>
            </a:r>
          </a:p>
          <a:p>
            <a:pPr>
              <a:buFontTx/>
              <a:buNone/>
            </a:pPr>
            <a:r>
              <a:rPr lang="en-US" altLang="ko-KR" sz="2000" b="0">
                <a:solidFill>
                  <a:schemeClr val="tx1"/>
                </a:solidFill>
                <a:latin typeface="Times New Roman" pitchFamily="-28" charset="0"/>
              </a:rPr>
              <a:t>          …</a:t>
            </a:r>
          </a:p>
          <a:p>
            <a:pPr>
              <a:buFontTx/>
              <a:buNone/>
            </a:pPr>
            <a:endParaRPr lang="en-US" altLang="ko-KR" sz="2000" b="0">
              <a:solidFill>
                <a:schemeClr val="tx1"/>
              </a:solidFill>
              <a:latin typeface="Times New Roman" pitchFamily="-28" charset="0"/>
            </a:endParaRPr>
          </a:p>
        </p:txBody>
      </p:sp>
      <p:sp>
        <p:nvSpPr>
          <p:cNvPr id="86023" name="Rectangle 8"/>
          <p:cNvSpPr>
            <a:spLocks noChangeArrowheads="1"/>
          </p:cNvSpPr>
          <p:nvPr/>
        </p:nvSpPr>
        <p:spPr bwMode="auto">
          <a:xfrm>
            <a:off x="1258888" y="3644900"/>
            <a:ext cx="1701800"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chemeClr val="tx1"/>
                </a:solidFill>
                <a:latin typeface="Times New Roman" pitchFamily="-28" charset="0"/>
              </a:rPr>
              <a:t>Real World</a:t>
            </a:r>
          </a:p>
        </p:txBody>
      </p:sp>
      <p:sp>
        <p:nvSpPr>
          <p:cNvPr id="86024" name="Freeform 9"/>
          <p:cNvSpPr>
            <a:spLocks/>
          </p:cNvSpPr>
          <p:nvPr/>
        </p:nvSpPr>
        <p:spPr bwMode="auto">
          <a:xfrm flipV="1">
            <a:off x="2700338" y="5014913"/>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atin typeface="Times New Roman" pitchFamily="-28" charset="0"/>
            </a:endParaRPr>
          </a:p>
        </p:txBody>
      </p:sp>
      <p:grpSp>
        <p:nvGrpSpPr>
          <p:cNvPr id="86025" name="Group 10"/>
          <p:cNvGrpSpPr>
            <a:grpSpLocks/>
          </p:cNvGrpSpPr>
          <p:nvPr/>
        </p:nvGrpSpPr>
        <p:grpSpPr bwMode="auto">
          <a:xfrm>
            <a:off x="5435600" y="3860800"/>
            <a:ext cx="2800350" cy="1681163"/>
            <a:chOff x="3424" y="2432"/>
            <a:chExt cx="1764" cy="1059"/>
          </a:xfrm>
        </p:grpSpPr>
        <p:sp>
          <p:nvSpPr>
            <p:cNvPr id="86028" name="Rectangle 11"/>
            <p:cNvSpPr>
              <a:spLocks noChangeArrowheads="1"/>
            </p:cNvSpPr>
            <p:nvPr/>
          </p:nvSpPr>
          <p:spPr bwMode="auto">
            <a:xfrm>
              <a:off x="3424" y="2432"/>
              <a:ext cx="1764" cy="288"/>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Quantum mechanics</a:t>
              </a:r>
            </a:p>
          </p:txBody>
        </p:sp>
        <p:sp>
          <p:nvSpPr>
            <p:cNvPr id="86029" name="Rectangle 12"/>
            <p:cNvSpPr>
              <a:spLocks noChangeArrowheads="1"/>
            </p:cNvSpPr>
            <p:nvPr/>
          </p:nvSpPr>
          <p:spPr bwMode="auto">
            <a:xfrm>
              <a:off x="3606" y="3203"/>
              <a:ext cx="821" cy="288"/>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Missing!</a:t>
              </a:r>
            </a:p>
          </p:txBody>
        </p:sp>
      </p:grpSp>
      <p:sp>
        <p:nvSpPr>
          <p:cNvPr id="86027" name="Rectangle 15"/>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7042" name="Rectangle 3"/>
          <p:cNvSpPr>
            <a:spLocks noChangeArrowheads="1"/>
          </p:cNvSpPr>
          <p:nvPr/>
        </p:nvSpPr>
        <p:spPr bwMode="auto">
          <a:xfrm>
            <a:off x="755650" y="1412875"/>
            <a:ext cx="7502525" cy="523875"/>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800" b="0">
                <a:solidFill>
                  <a:schemeClr val="tx1"/>
                </a:solidFill>
                <a:latin typeface="Times New Roman" pitchFamily="-28" charset="0"/>
              </a:rPr>
              <a:t>Is quantum mechanics a complete physical theory?</a:t>
            </a:r>
          </a:p>
        </p:txBody>
      </p:sp>
      <p:sp>
        <p:nvSpPr>
          <p:cNvPr id="87043" name="Rectangle 4"/>
          <p:cNvSpPr>
            <a:spLocks noChangeArrowheads="1"/>
          </p:cNvSpPr>
          <p:nvPr/>
        </p:nvSpPr>
        <p:spPr bwMode="auto">
          <a:xfrm>
            <a:off x="611188" y="2276475"/>
            <a:ext cx="7848600" cy="954088"/>
          </a:xfrm>
          <a:prstGeom prst="rect">
            <a:avLst/>
          </a:prstGeom>
          <a:noFill/>
          <a:ln w="22225">
            <a:no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r>
              <a:rPr lang="en-US" altLang="ko-KR" sz="2800" b="0">
                <a:solidFill>
                  <a:schemeClr val="tx1"/>
                </a:solidFill>
                <a:latin typeface="Times New Roman" pitchFamily="-28" charset="0"/>
              </a:rPr>
              <a:t>Complete physical theory: one in which there is an element corresponding to every element of reality.</a:t>
            </a:r>
          </a:p>
        </p:txBody>
      </p:sp>
      <p:sp>
        <p:nvSpPr>
          <p:cNvPr id="87044" name="Freeform 9"/>
          <p:cNvSpPr>
            <a:spLocks/>
          </p:cNvSpPr>
          <p:nvPr/>
        </p:nvSpPr>
        <p:spPr bwMode="auto">
          <a:xfrm flipV="1">
            <a:off x="2700338" y="4654550"/>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atin typeface="Times New Roman" pitchFamily="-28" charset="0"/>
            </a:endParaRPr>
          </a:p>
        </p:txBody>
      </p:sp>
      <p:sp>
        <p:nvSpPr>
          <p:cNvPr id="87045" name="Rectangle 6"/>
          <p:cNvSpPr>
            <a:spLocks noChangeArrowheads="1"/>
          </p:cNvSpPr>
          <p:nvPr/>
        </p:nvSpPr>
        <p:spPr bwMode="auto">
          <a:xfrm>
            <a:off x="5292725" y="4365625"/>
            <a:ext cx="3024188" cy="2025650"/>
          </a:xfrm>
          <a:prstGeom prst="rect">
            <a:avLst/>
          </a:prstGeom>
          <a:noFill/>
          <a:ln w="22225">
            <a:solidFill>
              <a:srgbClr val="FF0000"/>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endParaRPr lang="en-US" altLang="ko-KR" sz="2000" b="0">
              <a:solidFill>
                <a:srgbClr val="FF3300"/>
              </a:solidFill>
              <a:latin typeface="Times New Roman" pitchFamily="-28" charset="0"/>
            </a:endParaRPr>
          </a:p>
          <a:p>
            <a:pPr>
              <a:buFontTx/>
              <a:buNone/>
            </a:pPr>
            <a:r>
              <a:rPr lang="en-US" altLang="ko-KR" sz="2000" b="0">
                <a:solidFill>
                  <a:srgbClr val="FF3300"/>
                </a:solidFill>
                <a:latin typeface="Times New Roman" pitchFamily="-28" charset="0"/>
              </a:rPr>
              <a:t>      </a:t>
            </a:r>
            <a:r>
              <a:rPr lang="en-US" altLang="ko-KR" sz="2800" i="1">
                <a:solidFill>
                  <a:srgbClr val="FF3300"/>
                </a:solidFill>
                <a:latin typeface="Times New Roman" pitchFamily="-28" charset="0"/>
              </a:rPr>
              <a:t>Missing!</a:t>
            </a:r>
            <a:r>
              <a:rPr lang="en-US" altLang="ko-KR" sz="2800">
                <a:latin typeface="Times New Roman" pitchFamily="-28" charset="0"/>
              </a:rPr>
              <a:t> </a:t>
            </a:r>
            <a:endParaRPr lang="en-US" altLang="ko-KR" sz="2000" b="0" i="1">
              <a:solidFill>
                <a:srgbClr val="FF3300"/>
              </a:solidFill>
              <a:latin typeface="Times New Roman" pitchFamily="-28" charset="0"/>
            </a:endParaRPr>
          </a:p>
          <a:p>
            <a:pPr>
              <a:buFontTx/>
              <a:buNone/>
            </a:pPr>
            <a:endParaRPr lang="en-US" altLang="ko-KR" sz="2000" b="0">
              <a:solidFill>
                <a:srgbClr val="FF3300"/>
              </a:solidFill>
              <a:latin typeface="Times New Roman" pitchFamily="-28" charset="0"/>
            </a:endParaRPr>
          </a:p>
          <a:p>
            <a:pPr>
              <a:buFontTx/>
              <a:buNone/>
            </a:pPr>
            <a:r>
              <a:rPr lang="en-US" altLang="ko-KR" sz="2000" b="0">
                <a:solidFill>
                  <a:srgbClr val="FF3300"/>
                </a:solidFill>
                <a:latin typeface="Times New Roman" pitchFamily="-28" charset="0"/>
              </a:rPr>
              <a:t>               …</a:t>
            </a:r>
          </a:p>
          <a:p>
            <a:pPr>
              <a:buFontTx/>
              <a:buNone/>
            </a:pPr>
            <a:r>
              <a:rPr lang="en-US" altLang="ko-KR" sz="2000" b="0">
                <a:solidFill>
                  <a:srgbClr val="FF3300"/>
                </a:solidFill>
                <a:latin typeface="Times New Roman" pitchFamily="-28" charset="0"/>
              </a:rPr>
              <a:t>               …</a:t>
            </a:r>
          </a:p>
        </p:txBody>
      </p:sp>
      <p:sp>
        <p:nvSpPr>
          <p:cNvPr id="87046" name="Rectangle 7"/>
          <p:cNvSpPr>
            <a:spLocks noChangeArrowheads="1"/>
          </p:cNvSpPr>
          <p:nvPr/>
        </p:nvSpPr>
        <p:spPr bwMode="auto">
          <a:xfrm>
            <a:off x="539750" y="4076700"/>
            <a:ext cx="3240088" cy="2246313"/>
          </a:xfrm>
          <a:prstGeom prst="rect">
            <a:avLst/>
          </a:prstGeom>
          <a:noFill/>
          <a:ln w="22225">
            <a:solidFill>
              <a:schemeClr val="tx1"/>
            </a:solidFill>
            <a:miter lim="800000"/>
            <a:headEnd/>
            <a:tailEnd/>
          </a:ln>
          <a:effectLst>
            <a:prstShdw prst="shdw17" dist="17961" dir="2700000">
              <a:srgbClr val="990000">
                <a:alpha val="74997"/>
              </a:srgbClr>
            </a:prstShdw>
          </a:effectLst>
        </p:spPr>
        <p:txBody>
          <a:bodyPr>
            <a:prstTxWarp prst="textNoShape">
              <a:avLst/>
            </a:prstTxWarp>
            <a:spAutoFit/>
          </a:bodyPr>
          <a:lstStyle/>
          <a:p>
            <a:pPr>
              <a:buFontTx/>
              <a:buNone/>
            </a:pPr>
            <a:endParaRPr lang="en-US" altLang="ko-KR" sz="2000" b="0">
              <a:solidFill>
                <a:schemeClr val="tx1"/>
              </a:solidFill>
              <a:latin typeface="Times New Roman" pitchFamily="-28" charset="0"/>
            </a:endParaRPr>
          </a:p>
          <a:p>
            <a:pPr>
              <a:buFontTx/>
              <a:buNone/>
            </a:pPr>
            <a:r>
              <a:rPr lang="en-US" altLang="ko-KR" sz="2000" b="0">
                <a:solidFill>
                  <a:schemeClr val="tx1"/>
                </a:solidFill>
                <a:latin typeface="Times New Roman" pitchFamily="-28" charset="0"/>
              </a:rPr>
              <a:t>Element of reality </a:t>
            </a:r>
            <a:r>
              <a:rPr lang="en-US" altLang="ko-KR" sz="2000" b="0" i="1">
                <a:solidFill>
                  <a:schemeClr val="tx1"/>
                </a:solidFill>
                <a:latin typeface="Times New Roman" pitchFamily="-28" charset="0"/>
              </a:rPr>
              <a:t>x</a:t>
            </a:r>
          </a:p>
          <a:p>
            <a:pPr>
              <a:buFontTx/>
              <a:buNone/>
            </a:pPr>
            <a:r>
              <a:rPr lang="en-US" altLang="ko-KR" sz="2000" b="0">
                <a:solidFill>
                  <a:schemeClr val="tx1"/>
                </a:solidFill>
                <a:latin typeface="Times New Roman" pitchFamily="-28" charset="0"/>
              </a:rPr>
              <a:t>Element of reality </a:t>
            </a:r>
            <a:r>
              <a:rPr lang="en-US" altLang="ko-KR" sz="2000" b="0" i="1">
                <a:solidFill>
                  <a:schemeClr val="tx1"/>
                </a:solidFill>
                <a:latin typeface="Times New Roman" pitchFamily="-28" charset="0"/>
              </a:rPr>
              <a:t>p</a:t>
            </a:r>
          </a:p>
          <a:p>
            <a:pPr>
              <a:buFontTx/>
              <a:buNone/>
            </a:pPr>
            <a:r>
              <a:rPr lang="en-US" altLang="ko-KR" sz="2000" b="0">
                <a:solidFill>
                  <a:schemeClr val="tx1"/>
                </a:solidFill>
                <a:latin typeface="Times New Roman" pitchFamily="-28" charset="0"/>
              </a:rPr>
              <a:t>          …</a:t>
            </a:r>
          </a:p>
          <a:p>
            <a:pPr>
              <a:buFontTx/>
              <a:buNone/>
            </a:pPr>
            <a:r>
              <a:rPr lang="en-US" altLang="ko-KR" sz="2000" b="0">
                <a:solidFill>
                  <a:schemeClr val="tx1"/>
                </a:solidFill>
                <a:latin typeface="Times New Roman" pitchFamily="-28" charset="0"/>
              </a:rPr>
              <a:t>          …</a:t>
            </a:r>
          </a:p>
          <a:p>
            <a:pPr>
              <a:buFontTx/>
              <a:buNone/>
            </a:pPr>
            <a:endParaRPr lang="en-US" altLang="ko-KR" sz="2000" b="0">
              <a:solidFill>
                <a:schemeClr val="tx1"/>
              </a:solidFill>
              <a:latin typeface="Times New Roman" pitchFamily="-28" charset="0"/>
            </a:endParaRPr>
          </a:p>
        </p:txBody>
      </p:sp>
      <p:sp>
        <p:nvSpPr>
          <p:cNvPr id="87047" name="Rectangle 8"/>
          <p:cNvSpPr>
            <a:spLocks noChangeArrowheads="1"/>
          </p:cNvSpPr>
          <p:nvPr/>
        </p:nvSpPr>
        <p:spPr bwMode="auto">
          <a:xfrm>
            <a:off x="1258888" y="3644900"/>
            <a:ext cx="1701800" cy="461963"/>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chemeClr val="tx1"/>
                </a:solidFill>
                <a:latin typeface="Times New Roman" pitchFamily="-28" charset="0"/>
              </a:rPr>
              <a:t>Real World</a:t>
            </a:r>
          </a:p>
        </p:txBody>
      </p:sp>
      <p:sp>
        <p:nvSpPr>
          <p:cNvPr id="87048" name="Freeform 9"/>
          <p:cNvSpPr>
            <a:spLocks/>
          </p:cNvSpPr>
          <p:nvPr/>
        </p:nvSpPr>
        <p:spPr bwMode="auto">
          <a:xfrm flipV="1">
            <a:off x="2700338" y="5014913"/>
            <a:ext cx="2951162"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rot="10800000">
            <a:prstTxWarp prst="textNoShape">
              <a:avLst/>
            </a:prstTxWarp>
            <a:spAutoFit/>
          </a:bodyPr>
          <a:lstStyle/>
          <a:p>
            <a:pPr>
              <a:buFontTx/>
              <a:buNone/>
            </a:pPr>
            <a:endParaRPr lang="en-AU">
              <a:latin typeface="Times New Roman" pitchFamily="-28" charset="0"/>
            </a:endParaRPr>
          </a:p>
        </p:txBody>
      </p:sp>
      <p:grpSp>
        <p:nvGrpSpPr>
          <p:cNvPr id="87049" name="Group 10"/>
          <p:cNvGrpSpPr>
            <a:grpSpLocks/>
          </p:cNvGrpSpPr>
          <p:nvPr/>
        </p:nvGrpSpPr>
        <p:grpSpPr bwMode="auto">
          <a:xfrm>
            <a:off x="5435600" y="3860800"/>
            <a:ext cx="2927350" cy="1670050"/>
            <a:chOff x="3424" y="2432"/>
            <a:chExt cx="1844" cy="1052"/>
          </a:xfrm>
        </p:grpSpPr>
        <p:sp>
          <p:nvSpPr>
            <p:cNvPr id="87052" name="Rectangle 11"/>
            <p:cNvSpPr>
              <a:spLocks noChangeArrowheads="1"/>
            </p:cNvSpPr>
            <p:nvPr/>
          </p:nvSpPr>
          <p:spPr bwMode="auto">
            <a:xfrm>
              <a:off x="3424" y="2432"/>
              <a:ext cx="1844" cy="291"/>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400" i="1">
                  <a:solidFill>
                    <a:srgbClr val="FF3300"/>
                  </a:solidFill>
                  <a:latin typeface="Times New Roman" pitchFamily="-28" charset="0"/>
                </a:rPr>
                <a:t>Quantum mechanics</a:t>
              </a:r>
            </a:p>
          </p:txBody>
        </p:sp>
        <p:sp>
          <p:nvSpPr>
            <p:cNvPr id="87053" name="Rectangle 12"/>
            <p:cNvSpPr>
              <a:spLocks noChangeArrowheads="1"/>
            </p:cNvSpPr>
            <p:nvPr/>
          </p:nvSpPr>
          <p:spPr bwMode="auto">
            <a:xfrm>
              <a:off x="3606" y="3234"/>
              <a:ext cx="1624" cy="250"/>
            </a:xfrm>
            <a:prstGeom prst="rect">
              <a:avLst/>
            </a:prstGeom>
            <a:noFill/>
            <a:ln w="22225">
              <a:noFill/>
              <a:miter lim="800000"/>
              <a:headEnd/>
              <a:tailEnd/>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sz="2000" b="0">
                  <a:solidFill>
                    <a:srgbClr val="FF3300"/>
                  </a:solidFill>
                  <a:latin typeface="Times New Roman" pitchFamily="-28" charset="0"/>
                </a:rPr>
                <a:t>Element of the theory </a:t>
              </a:r>
              <a:r>
                <a:rPr lang="en-US" altLang="ko-KR" sz="2000" b="0" i="1">
                  <a:solidFill>
                    <a:srgbClr val="FF3300"/>
                  </a:solidFill>
                  <a:latin typeface="Times New Roman" pitchFamily="-28" charset="0"/>
                </a:rPr>
                <a:t>p</a:t>
              </a:r>
            </a:p>
          </p:txBody>
        </p:sp>
      </p:grpSp>
      <p:sp>
        <p:nvSpPr>
          <p:cNvPr id="87051" name="Rectangle 15"/>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8066" name="Rectangle 3"/>
          <p:cNvSpPr>
            <a:spLocks noChangeArrowheads="1"/>
          </p:cNvSpPr>
          <p:nvPr/>
        </p:nvSpPr>
        <p:spPr bwMode="auto">
          <a:xfrm>
            <a:off x="539750" y="1700213"/>
            <a:ext cx="8026400" cy="579437"/>
          </a:xfrm>
          <a:prstGeom prst="rect">
            <a:avLst/>
          </a:prstGeom>
          <a:noFill/>
          <a:ln w="25400">
            <a:noFill/>
            <a:miter lim="800000"/>
            <a:headEnd/>
            <a:tailEnd/>
          </a:ln>
        </p:spPr>
        <p:txBody>
          <a:bodyPr wrap="none">
            <a:prstTxWarp prst="textNoShape">
              <a:avLst/>
            </a:prstTxWarp>
            <a:spAutoFit/>
          </a:bodyPr>
          <a:lstStyle/>
          <a:p>
            <a:pPr marL="342900" indent="-342900">
              <a:spcBef>
                <a:spcPct val="0"/>
              </a:spcBef>
              <a:buFontTx/>
              <a:buNone/>
            </a:pPr>
            <a:r>
              <a:rPr lang="en-US" altLang="ko-KR" sz="3200">
                <a:solidFill>
                  <a:srgbClr val="FF3300"/>
                </a:solidFill>
                <a:latin typeface="Times New Roman" pitchFamily="-28" charset="0"/>
              </a:rPr>
              <a:t>Quantum mechanics is an incomplete theory!</a:t>
            </a:r>
          </a:p>
        </p:txBody>
      </p:sp>
      <p:pic>
        <p:nvPicPr>
          <p:cNvPr id="88067" name="Picture 4" descr="Rosen"/>
          <p:cNvPicPr>
            <a:picLocks noChangeAspect="1" noChangeArrowheads="1"/>
          </p:cNvPicPr>
          <p:nvPr/>
        </p:nvPicPr>
        <p:blipFill>
          <a:blip r:embed="rId2"/>
          <a:srcRect/>
          <a:stretch>
            <a:fillRect/>
          </a:stretch>
        </p:blipFill>
        <p:spPr bwMode="auto">
          <a:xfrm>
            <a:off x="4787900" y="2924175"/>
            <a:ext cx="2314575" cy="2962275"/>
          </a:xfrm>
          <a:prstGeom prst="rect">
            <a:avLst/>
          </a:prstGeom>
          <a:noFill/>
          <a:ln w="9525">
            <a:noFill/>
            <a:miter lim="800000"/>
            <a:headEnd/>
            <a:tailEnd/>
          </a:ln>
        </p:spPr>
      </p:pic>
      <p:pic>
        <p:nvPicPr>
          <p:cNvPr id="88068" name="Picture 5" descr="438pxeinstein_schilderij_1"/>
          <p:cNvPicPr>
            <a:picLocks noChangeAspect="1" noChangeArrowheads="1"/>
          </p:cNvPicPr>
          <p:nvPr/>
        </p:nvPicPr>
        <p:blipFill>
          <a:blip r:embed="rId3"/>
          <a:srcRect/>
          <a:stretch>
            <a:fillRect/>
          </a:stretch>
        </p:blipFill>
        <p:spPr bwMode="auto">
          <a:xfrm>
            <a:off x="2122488" y="2924175"/>
            <a:ext cx="2124075" cy="2898775"/>
          </a:xfrm>
          <a:prstGeom prst="rect">
            <a:avLst/>
          </a:prstGeom>
          <a:noFill/>
          <a:ln w="9525">
            <a:noFill/>
            <a:miter lim="800000"/>
            <a:headEnd/>
            <a:tailEnd/>
          </a:ln>
        </p:spPr>
      </p:pic>
      <p:sp>
        <p:nvSpPr>
          <p:cNvPr id="88070" name="Rectangle 6"/>
          <p:cNvSpPr>
            <a:spLocks noChangeArrowheads="1"/>
          </p:cNvSpPr>
          <p:nvPr/>
        </p:nvSpPr>
        <p:spPr bwMode="auto">
          <a:xfrm>
            <a:off x="1327150" y="533400"/>
            <a:ext cx="6750050" cy="584200"/>
          </a:xfrm>
          <a:prstGeom prst="rect">
            <a:avLst/>
          </a:prstGeom>
          <a:noFill/>
          <a:ln w="9525">
            <a:noFill/>
            <a:miter lim="800000"/>
            <a:headEnd/>
            <a:tailEnd/>
          </a:ln>
        </p:spPr>
        <p:txBody>
          <a:bodyPr wrap="none">
            <a:prstTxWarp prst="textNoShape">
              <a:avLst/>
            </a:prstTxWarp>
            <a:spAutoFit/>
          </a:bodyPr>
          <a:lstStyle/>
          <a:p>
            <a:pPr>
              <a:buFontTx/>
              <a:buNone/>
            </a:pPr>
            <a:r>
              <a:rPr lang="en-US" altLang="ko-KR" sz="3200">
                <a:solidFill>
                  <a:srgbClr val="C0504D"/>
                </a:solidFill>
                <a:latin typeface="Calibri" pitchFamily="-28" charset="0"/>
              </a:rPr>
              <a:t>The Einstein-Podolsky-Rosen paradox</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539750" y="404813"/>
            <a:ext cx="8064500" cy="1143000"/>
          </a:xfrm>
        </p:spPr>
        <p:txBody>
          <a:bodyPr/>
          <a:lstStyle/>
          <a:p>
            <a:r>
              <a:rPr lang="en-US" altLang="ko-KR" sz="3200" b="1">
                <a:solidFill>
                  <a:schemeClr val="accent2"/>
                </a:solidFill>
                <a:ea typeface="굴림" pitchFamily="-28" charset="-127"/>
                <a:cs typeface="굴림" pitchFamily="-28" charset="-127"/>
              </a:rPr>
              <a:t>Quantum mechanics vs local realism</a:t>
            </a:r>
            <a:endParaRPr lang="en-AU" sz="3200" b="1">
              <a:solidFill>
                <a:schemeClr val="accent2"/>
              </a:solidFill>
              <a:ea typeface="ＭＳ Ｐゴシック" pitchFamily="-28" charset="-128"/>
              <a:cs typeface="ＭＳ Ｐゴシック" pitchFamily="-28" charset="-128"/>
            </a:endParaRPr>
          </a:p>
        </p:txBody>
      </p:sp>
      <p:sp>
        <p:nvSpPr>
          <p:cNvPr id="89091" name="Rectangle 3"/>
          <p:cNvSpPr>
            <a:spLocks noGrp="1"/>
          </p:cNvSpPr>
          <p:nvPr>
            <p:ph type="body" idx="1"/>
          </p:nvPr>
        </p:nvSpPr>
        <p:spPr>
          <a:xfrm>
            <a:off x="684213" y="1700213"/>
            <a:ext cx="7920037" cy="4608512"/>
          </a:xfrm>
        </p:spPr>
        <p:txBody>
          <a:bodyPr/>
          <a:lstStyle/>
          <a:p>
            <a:pPr>
              <a:lnSpc>
                <a:spcPct val="80000"/>
              </a:lnSpc>
            </a:pPr>
            <a:r>
              <a:rPr lang="en-US" altLang="ko-KR" sz="2400">
                <a:ea typeface="굴림" pitchFamily="-28" charset="-127"/>
                <a:cs typeface="굴림" pitchFamily="-28" charset="-127"/>
              </a:rPr>
              <a:t>Einstein-Podolsky-Rosen (EPR) paradox (1935):  Is quantum mechanics a complete physical theory?</a:t>
            </a:r>
          </a:p>
          <a:p>
            <a:pPr>
              <a:lnSpc>
                <a:spcPct val="80000"/>
              </a:lnSpc>
              <a:buFont typeface="Arial" pitchFamily="-28" charset="0"/>
              <a:buNone/>
            </a:pPr>
            <a:r>
              <a:rPr lang="en-US" altLang="ko-KR" sz="2400">
                <a:ea typeface="굴림" pitchFamily="-28" charset="-127"/>
                <a:cs typeface="굴림" pitchFamily="-28" charset="-127"/>
              </a:rPr>
              <a:t>      </a:t>
            </a:r>
            <a:r>
              <a:rPr lang="en-US" altLang="ko-KR" sz="2000">
                <a:ea typeface="굴림" pitchFamily="-28" charset="-127"/>
                <a:cs typeface="굴림" pitchFamily="-28" charset="-127"/>
              </a:rPr>
              <a:t>[A. Einstein, B. Podolsky, and N. Rosen, Phys. Rev. 47, 777 (1935).]</a:t>
            </a:r>
          </a:p>
          <a:p>
            <a:pPr>
              <a:lnSpc>
                <a:spcPct val="80000"/>
              </a:lnSpc>
            </a:pPr>
            <a:endParaRPr lang="en-AU" altLang="ko-KR" sz="2400">
              <a:ea typeface="굴림" pitchFamily="-28" charset="-127"/>
              <a:cs typeface="굴림" pitchFamily="-28" charset="-127"/>
            </a:endParaRPr>
          </a:p>
          <a:p>
            <a:pPr>
              <a:lnSpc>
                <a:spcPct val="80000"/>
              </a:lnSpc>
            </a:pPr>
            <a:r>
              <a:rPr lang="en-AU" altLang="ko-KR" sz="2400">
                <a:ea typeface="굴림" pitchFamily="-28" charset="-127"/>
                <a:cs typeface="굴림" pitchFamily="-28" charset="-127"/>
              </a:rPr>
              <a:t>Local realism: </a:t>
            </a:r>
            <a:r>
              <a:rPr lang="en-AU" altLang="ko-KR" sz="2400" b="1" i="1">
                <a:ea typeface="굴림" pitchFamily="-28" charset="-127"/>
                <a:cs typeface="굴림" pitchFamily="-28" charset="-127"/>
              </a:rPr>
              <a:t>locality + realism</a:t>
            </a:r>
          </a:p>
          <a:p>
            <a:pPr>
              <a:lnSpc>
                <a:spcPct val="80000"/>
              </a:lnSpc>
              <a:buFont typeface="Arial" pitchFamily="-28" charset="0"/>
              <a:buNone/>
            </a:pPr>
            <a:r>
              <a:rPr lang="en-AU" altLang="ko-KR" sz="2400">
                <a:ea typeface="굴림" pitchFamily="-28" charset="-127"/>
                <a:cs typeface="굴림" pitchFamily="-28" charset="-127"/>
              </a:rPr>
              <a:t>     - </a:t>
            </a:r>
            <a:r>
              <a:rPr lang="en-AU" altLang="ko-KR" sz="2400" b="1" i="1">
                <a:ea typeface="굴림" pitchFamily="-28" charset="-127"/>
                <a:cs typeface="굴림" pitchFamily="-28" charset="-127"/>
              </a:rPr>
              <a:t>L</a:t>
            </a:r>
            <a:r>
              <a:rPr lang="en-AU" sz="2400" b="1" i="1">
                <a:ea typeface="ＭＳ Ｐゴシック" pitchFamily="-28" charset="-128"/>
                <a:cs typeface="ＭＳ Ｐゴシック" pitchFamily="-28" charset="-128"/>
              </a:rPr>
              <a:t>ocality</a:t>
            </a:r>
            <a:r>
              <a:rPr lang="en-AU" altLang="ko-KR" sz="2400">
                <a:ea typeface="굴림" pitchFamily="-28" charset="-127"/>
                <a:cs typeface="굴림" pitchFamily="-28" charset="-127"/>
              </a:rPr>
              <a:t>:</a:t>
            </a:r>
            <a:r>
              <a:rPr lang="en-AU" sz="2400">
                <a:ea typeface="ＭＳ Ｐゴシック" pitchFamily="-28" charset="-128"/>
                <a:cs typeface="ＭＳ Ｐゴシック" pitchFamily="-28" charset="-128"/>
              </a:rPr>
              <a:t> </a:t>
            </a:r>
            <a:r>
              <a:rPr lang="en-AU" altLang="ko-KR" sz="2400">
                <a:ea typeface="굴림" pitchFamily="-28" charset="-127"/>
                <a:cs typeface="굴림" pitchFamily="-28" charset="-127"/>
              </a:rPr>
              <a:t>“</a:t>
            </a:r>
            <a:r>
              <a:rPr lang="en-AU" altLang="ko-KR" sz="2400" i="1">
                <a:ea typeface="굴림" pitchFamily="-28" charset="-127"/>
                <a:cs typeface="굴림" pitchFamily="-28" charset="-127"/>
              </a:rPr>
              <a:t>D</a:t>
            </a:r>
            <a:r>
              <a:rPr lang="en-AU" sz="2400" i="1">
                <a:ea typeface="ＭＳ Ｐゴシック" pitchFamily="-28" charset="-128"/>
                <a:cs typeface="ＭＳ Ｐゴシック" pitchFamily="-28" charset="-128"/>
              </a:rPr>
              <a:t>istant objects cannot have direct influence on one another</a:t>
            </a:r>
            <a:r>
              <a:rPr lang="en-AU" altLang="ko-KR" sz="2400" i="1">
                <a:ea typeface="굴림" pitchFamily="-28" charset="-127"/>
                <a:cs typeface="굴림" pitchFamily="-28" charset="-127"/>
              </a:rPr>
              <a:t>.</a:t>
            </a:r>
            <a:r>
              <a:rPr lang="en-AU" altLang="ko-KR" sz="2400">
                <a:ea typeface="굴림" pitchFamily="-28" charset="-127"/>
                <a:cs typeface="굴림" pitchFamily="-28" charset="-127"/>
              </a:rPr>
              <a:t>”</a:t>
            </a:r>
          </a:p>
          <a:p>
            <a:pPr>
              <a:lnSpc>
                <a:spcPct val="80000"/>
              </a:lnSpc>
              <a:buFont typeface="Arial" pitchFamily="-28" charset="0"/>
              <a:buNone/>
            </a:pPr>
            <a:r>
              <a:rPr lang="en-US" altLang="ko-KR" sz="2400">
                <a:ea typeface="굴림" pitchFamily="-28" charset="-127"/>
                <a:cs typeface="굴림" pitchFamily="-28" charset="-127"/>
              </a:rPr>
              <a:t>     - </a:t>
            </a:r>
            <a:r>
              <a:rPr lang="en-US" altLang="ko-KR" sz="2400" b="1" i="1">
                <a:ea typeface="굴림" pitchFamily="-28" charset="-127"/>
                <a:cs typeface="굴림" pitchFamily="-28" charset="-127"/>
              </a:rPr>
              <a:t>Realism</a:t>
            </a:r>
            <a:r>
              <a:rPr lang="en-US" altLang="ko-KR" sz="2400">
                <a:ea typeface="굴림" pitchFamily="-28" charset="-127"/>
                <a:cs typeface="굴림" pitchFamily="-28" charset="-127"/>
              </a:rPr>
              <a:t>: “</a:t>
            </a:r>
            <a:r>
              <a:rPr lang="en-US" altLang="ko-KR" sz="2400" i="1">
                <a:ea typeface="굴림" pitchFamily="-28" charset="-127"/>
                <a:cs typeface="굴림" pitchFamily="-28" charset="-127"/>
              </a:rPr>
              <a:t>T</a:t>
            </a:r>
            <a:r>
              <a:rPr lang="en-US" sz="2400" i="1">
                <a:ea typeface="ＭＳ Ｐゴシック" pitchFamily="-28" charset="-128"/>
                <a:cs typeface="ＭＳ Ｐゴシック" pitchFamily="-28" charset="-128"/>
              </a:rPr>
              <a:t>he results of observations are a consequence</a:t>
            </a:r>
            <a:r>
              <a:rPr lang="en-US" altLang="ko-KR" sz="2400" i="1">
                <a:ea typeface="굴림" pitchFamily="-28" charset="-127"/>
                <a:cs typeface="굴림" pitchFamily="-28" charset="-127"/>
              </a:rPr>
              <a:t> </a:t>
            </a:r>
            <a:r>
              <a:rPr lang="en-US" sz="2400" i="1">
                <a:ea typeface="ＭＳ Ｐゴシック" pitchFamily="-28" charset="-128"/>
                <a:cs typeface="ＭＳ Ｐゴシック" pitchFamily="-28" charset="-128"/>
              </a:rPr>
              <a:t>of properties carried by physical systems</a:t>
            </a:r>
            <a:r>
              <a:rPr lang="en-US" altLang="ko-KR" sz="2400" i="1">
                <a:ea typeface="굴림" pitchFamily="-28" charset="-127"/>
                <a:cs typeface="굴림" pitchFamily="-28" charset="-127"/>
              </a:rPr>
              <a:t>, i.e., an</a:t>
            </a:r>
            <a:r>
              <a:rPr lang="en-AU" sz="2400" i="1">
                <a:ea typeface="ＭＳ Ｐゴシック" pitchFamily="-28" charset="-128"/>
                <a:cs typeface="ＭＳ Ｐゴシック" pitchFamily="-28" charset="-128"/>
              </a:rPr>
              <a:t> </a:t>
            </a:r>
            <a:r>
              <a:rPr lang="en-AU" altLang="ko-KR" sz="2400" i="1">
                <a:ea typeface="굴림" pitchFamily="-28" charset="-127"/>
                <a:cs typeface="굴림" pitchFamily="-28" charset="-127"/>
              </a:rPr>
              <a:t>external </a:t>
            </a:r>
            <a:r>
              <a:rPr lang="en-AU" sz="2400" i="1">
                <a:ea typeface="ＭＳ Ｐゴシック" pitchFamily="-28" charset="-128"/>
                <a:cs typeface="ＭＳ Ｐゴシック" pitchFamily="-28" charset="-128"/>
              </a:rPr>
              <a:t>reality exists</a:t>
            </a:r>
            <a:r>
              <a:rPr lang="en-AU" altLang="ko-KR" sz="2400" i="1">
                <a:ea typeface="굴림" pitchFamily="-28" charset="-127"/>
                <a:cs typeface="굴림" pitchFamily="-28" charset="-127"/>
              </a:rPr>
              <a:t> </a:t>
            </a:r>
            <a:r>
              <a:rPr lang="en-AU" sz="2400" i="1">
                <a:ea typeface="ＭＳ Ｐゴシック" pitchFamily="-28" charset="-128"/>
                <a:cs typeface="ＭＳ Ｐゴシック" pitchFamily="-28" charset="-128"/>
              </a:rPr>
              <a:t>independent of observation</a:t>
            </a:r>
            <a:r>
              <a:rPr lang="en-AU" altLang="ko-KR" sz="2400" i="1">
                <a:ea typeface="굴림" pitchFamily="-28" charset="-127"/>
                <a:cs typeface="굴림" pitchFamily="-28" charset="-127"/>
              </a:rPr>
              <a:t>.</a:t>
            </a:r>
            <a:r>
              <a:rPr lang="en-AU" altLang="ko-KR" sz="2400">
                <a:ea typeface="굴림" pitchFamily="-28" charset="-127"/>
                <a:cs typeface="굴림" pitchFamily="-28" charset="-127"/>
              </a:rPr>
              <a:t>”: </a:t>
            </a:r>
            <a:r>
              <a:rPr lang="en-AU" altLang="ko-KR" sz="2400" i="1">
                <a:ea typeface="굴림" pitchFamily="-28" charset="-127"/>
                <a:cs typeface="굴림" pitchFamily="-28" charset="-127"/>
              </a:rPr>
              <a:t>measurement results can only reveal pre-determined values.</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0123" name="Rectangle 2"/>
          <p:cNvSpPr>
            <a:spLocks noGrp="1"/>
          </p:cNvSpPr>
          <p:nvPr>
            <p:ph type="title"/>
          </p:nvPr>
        </p:nvSpPr>
        <p:spPr>
          <a:xfrm>
            <a:off x="468313" y="115888"/>
            <a:ext cx="8229600" cy="1143000"/>
          </a:xfrm>
        </p:spPr>
        <p:txBody>
          <a:bodyPr/>
          <a:lstStyle/>
          <a:p>
            <a:r>
              <a:rPr lang="en-US" altLang="ko-KR" b="1">
                <a:solidFill>
                  <a:schemeClr val="accent2"/>
                </a:solidFill>
                <a:ea typeface="굴림" pitchFamily="-28" charset="-127"/>
                <a:cs typeface="굴림" pitchFamily="-28" charset="-127"/>
              </a:rPr>
              <a:t>Bell’s inequality </a:t>
            </a:r>
            <a:r>
              <a:rPr lang="en-US" altLang="ko-KR" sz="2800" b="1">
                <a:solidFill>
                  <a:schemeClr val="accent2"/>
                </a:solidFill>
                <a:ea typeface="굴림" pitchFamily="-28" charset="-127"/>
                <a:cs typeface="굴림" pitchFamily="-28" charset="-127"/>
              </a:rPr>
              <a:t>(Bell, 1964)</a:t>
            </a:r>
          </a:p>
        </p:txBody>
      </p:sp>
      <p:sp>
        <p:nvSpPr>
          <p:cNvPr id="90124" name="Rectangle 3"/>
          <p:cNvSpPr>
            <a:spLocks noGrp="1"/>
          </p:cNvSpPr>
          <p:nvPr>
            <p:ph type="body" sz="half" idx="1"/>
          </p:nvPr>
        </p:nvSpPr>
        <p:spPr>
          <a:xfrm>
            <a:off x="611188" y="1916113"/>
            <a:ext cx="3889375" cy="1008062"/>
          </a:xfrm>
        </p:spPr>
        <p:txBody>
          <a:bodyPr/>
          <a:lstStyle/>
          <a:p>
            <a:pPr>
              <a:lnSpc>
                <a:spcPct val="90000"/>
              </a:lnSpc>
            </a:pPr>
            <a:r>
              <a:rPr lang="en-US" altLang="ko-KR" sz="1800">
                <a:ea typeface="굴림" pitchFamily="-28" charset="-127"/>
                <a:cs typeface="굴림" pitchFamily="-28" charset="-127"/>
              </a:rPr>
              <a:t>Average of the product of the spin measurements, for a given set of detector orientations</a:t>
            </a:r>
          </a:p>
        </p:txBody>
      </p:sp>
      <p:graphicFrame>
        <p:nvGraphicFramePr>
          <p:cNvPr id="90114" name="Object 3"/>
          <p:cNvGraphicFramePr>
            <a:graphicFrameLocks noChangeAspect="1"/>
          </p:cNvGraphicFramePr>
          <p:nvPr>
            <p:ph sz="quarter" idx="3"/>
          </p:nvPr>
        </p:nvGraphicFramePr>
        <p:xfrm>
          <a:off x="5003800" y="3141663"/>
          <a:ext cx="1624013" cy="419100"/>
        </p:xfrm>
        <a:graphic>
          <a:graphicData uri="http://schemas.openxmlformats.org/presentationml/2006/ole">
            <p:oleObj spid="_x0000_s90114" name="Equation" r:id="rId3" imgW="787320" imgH="203040" progId="Equation.3">
              <p:embed/>
            </p:oleObj>
          </a:graphicData>
        </a:graphic>
      </p:graphicFrame>
      <p:graphicFrame>
        <p:nvGraphicFramePr>
          <p:cNvPr id="90115" name="Object 3"/>
          <p:cNvGraphicFramePr>
            <a:graphicFrameLocks noChangeAspect="1"/>
          </p:cNvGraphicFramePr>
          <p:nvPr/>
        </p:nvGraphicFramePr>
        <p:xfrm>
          <a:off x="4562475" y="1296988"/>
          <a:ext cx="2971800" cy="574675"/>
        </p:xfrm>
        <a:graphic>
          <a:graphicData uri="http://schemas.openxmlformats.org/presentationml/2006/ole">
            <p:oleObj spid="_x0000_s90115" name="Equation" r:id="rId4" imgW="1968500" imgH="381000" progId="Equation.3">
              <p:embed/>
            </p:oleObj>
          </a:graphicData>
        </a:graphic>
      </p:graphicFrame>
      <p:graphicFrame>
        <p:nvGraphicFramePr>
          <p:cNvPr id="90116" name="Object 4"/>
          <p:cNvGraphicFramePr>
            <a:graphicFrameLocks noChangeAspect="1"/>
          </p:cNvGraphicFramePr>
          <p:nvPr/>
        </p:nvGraphicFramePr>
        <p:xfrm>
          <a:off x="5076825" y="2133600"/>
          <a:ext cx="1944688" cy="485775"/>
        </p:xfrm>
        <a:graphic>
          <a:graphicData uri="http://schemas.openxmlformats.org/presentationml/2006/ole">
            <p:oleObj spid="_x0000_s90116" name="Equation" r:id="rId5" imgW="965160" imgH="241200" progId="Equation.3">
              <p:embed/>
            </p:oleObj>
          </a:graphicData>
        </a:graphic>
      </p:graphicFrame>
      <p:sp>
        <p:nvSpPr>
          <p:cNvPr id="90125" name="Rectangle 15"/>
          <p:cNvSpPr>
            <a:spLocks/>
          </p:cNvSpPr>
          <p:nvPr/>
        </p:nvSpPr>
        <p:spPr bwMode="auto">
          <a:xfrm>
            <a:off x="611188" y="1266825"/>
            <a:ext cx="2952750" cy="360363"/>
          </a:xfrm>
          <a:prstGeom prst="rect">
            <a:avLst/>
          </a:prstGeom>
          <a:noFill/>
          <a:ln w="9525">
            <a:noFill/>
            <a:miter lim="800000"/>
            <a:headEnd/>
            <a:tailEnd/>
          </a:ln>
        </p:spPr>
        <p:txBody>
          <a:bodyPr>
            <a:prstTxWarp prst="textNoShape">
              <a:avLst/>
            </a:prstTxWarp>
          </a:bodyPr>
          <a:lstStyle/>
          <a:p>
            <a:pPr marL="342900" indent="-342900" eaLnBrk="0" hangingPunct="0">
              <a:buFont typeface="Arial" pitchFamily="-28" charset="0"/>
              <a:buChar char="•"/>
            </a:pPr>
            <a:r>
              <a:rPr lang="en-US" altLang="ko-KR" sz="2000" b="0">
                <a:solidFill>
                  <a:schemeClr val="tx1"/>
                </a:solidFill>
                <a:latin typeface="Calibri" pitchFamily="-28" charset="0"/>
              </a:rPr>
              <a:t>EPR-Bohm state</a:t>
            </a:r>
          </a:p>
        </p:txBody>
      </p:sp>
      <p:graphicFrame>
        <p:nvGraphicFramePr>
          <p:cNvPr id="90117" name="Object 5"/>
          <p:cNvGraphicFramePr>
            <a:graphicFrameLocks noChangeAspect="1"/>
          </p:cNvGraphicFramePr>
          <p:nvPr/>
        </p:nvGraphicFramePr>
        <p:xfrm>
          <a:off x="6877050" y="3068638"/>
          <a:ext cx="1655763" cy="508000"/>
        </p:xfrm>
        <a:graphic>
          <a:graphicData uri="http://schemas.openxmlformats.org/presentationml/2006/ole">
            <p:oleObj spid="_x0000_s90117" name="Equation" r:id="rId6" imgW="787320" imgH="241200" progId="Equation.3">
              <p:embed/>
            </p:oleObj>
          </a:graphicData>
        </a:graphic>
      </p:graphicFrame>
      <p:sp>
        <p:nvSpPr>
          <p:cNvPr id="90126" name="Rectangle 19"/>
          <p:cNvSpPr>
            <a:spLocks/>
          </p:cNvSpPr>
          <p:nvPr/>
        </p:nvSpPr>
        <p:spPr bwMode="auto">
          <a:xfrm>
            <a:off x="611188" y="2997200"/>
            <a:ext cx="3889375" cy="1008063"/>
          </a:xfrm>
          <a:prstGeom prst="rect">
            <a:avLst/>
          </a:prstGeom>
          <a:noFill/>
          <a:ln w="9525">
            <a:noFill/>
            <a:miter lim="800000"/>
            <a:headEnd/>
            <a:tailEnd/>
          </a:ln>
        </p:spPr>
        <p:txBody>
          <a:bodyPr>
            <a:prstTxWarp prst="textNoShape">
              <a:avLst/>
            </a:prstTxWarp>
          </a:bodyPr>
          <a:lstStyle/>
          <a:p>
            <a:pPr marL="342900" indent="-342900" eaLnBrk="0" hangingPunct="0">
              <a:lnSpc>
                <a:spcPct val="90000"/>
              </a:lnSpc>
              <a:buFont typeface="Arial" pitchFamily="-28" charset="0"/>
              <a:buChar char="•"/>
            </a:pPr>
            <a:r>
              <a:rPr lang="en-US" altLang="ko-KR" sz="1800" b="0">
                <a:solidFill>
                  <a:schemeClr val="tx1"/>
                </a:solidFill>
                <a:latin typeface="Calibri" pitchFamily="-28" charset="0"/>
              </a:rPr>
              <a:t>The results of the measurements with hidden variable </a:t>
            </a:r>
            <a:r>
              <a:rPr lang="el-GR" altLang="ko-KR" sz="1800" b="0" i="1">
                <a:solidFill>
                  <a:schemeClr val="tx1"/>
                </a:solidFill>
                <a:latin typeface="Calibri" pitchFamily="-28" charset="0"/>
              </a:rPr>
              <a:t>λ</a:t>
            </a:r>
            <a:r>
              <a:rPr lang="en-US" altLang="ko-KR" sz="1800" b="0">
                <a:solidFill>
                  <a:schemeClr val="tx1"/>
                </a:solidFill>
                <a:latin typeface="Calibri" pitchFamily="-28" charset="0"/>
              </a:rPr>
              <a:t>.</a:t>
            </a:r>
            <a:endParaRPr lang="el-GR" altLang="ko-KR" sz="1800" b="0">
              <a:solidFill>
                <a:schemeClr val="tx1"/>
              </a:solidFill>
              <a:latin typeface="Calibri" pitchFamily="-28" charset="0"/>
            </a:endParaRPr>
          </a:p>
        </p:txBody>
      </p:sp>
      <p:graphicFrame>
        <p:nvGraphicFramePr>
          <p:cNvPr id="90118" name="Object 6"/>
          <p:cNvGraphicFramePr>
            <a:graphicFrameLocks noChangeAspect="1"/>
          </p:cNvGraphicFramePr>
          <p:nvPr/>
        </p:nvGraphicFramePr>
        <p:xfrm>
          <a:off x="814388" y="3944938"/>
          <a:ext cx="3913187" cy="527050"/>
        </p:xfrm>
        <a:graphic>
          <a:graphicData uri="http://schemas.openxmlformats.org/presentationml/2006/ole">
            <p:oleObj spid="_x0000_s90118" name="Equation" r:id="rId7" imgW="1981200" imgH="266700" progId="Equation.3">
              <p:embed/>
            </p:oleObj>
          </a:graphicData>
        </a:graphic>
      </p:graphicFrame>
      <p:sp>
        <p:nvSpPr>
          <p:cNvPr id="90127" name="Rectangle 24"/>
          <p:cNvSpPr>
            <a:spLocks/>
          </p:cNvSpPr>
          <p:nvPr/>
        </p:nvSpPr>
        <p:spPr bwMode="auto">
          <a:xfrm>
            <a:off x="611188" y="5805488"/>
            <a:ext cx="3095625" cy="674687"/>
          </a:xfrm>
          <a:prstGeom prst="rect">
            <a:avLst/>
          </a:prstGeom>
          <a:noFill/>
          <a:ln w="9525">
            <a:noFill/>
            <a:miter lim="800000"/>
            <a:headEnd/>
            <a:tailEnd/>
          </a:ln>
        </p:spPr>
        <p:txBody>
          <a:bodyPr>
            <a:prstTxWarp prst="textNoShape">
              <a:avLst/>
            </a:prstTxWarp>
          </a:bodyPr>
          <a:lstStyle/>
          <a:p>
            <a:pPr marL="342900" indent="-342900" eaLnBrk="0" hangingPunct="0">
              <a:lnSpc>
                <a:spcPct val="90000"/>
              </a:lnSpc>
              <a:buFont typeface="Arial" pitchFamily="-28" charset="0"/>
              <a:buChar char="•"/>
            </a:pPr>
            <a:r>
              <a:rPr lang="en-US" altLang="ko-KR" sz="1800" b="0">
                <a:solidFill>
                  <a:schemeClr val="tx1"/>
                </a:solidFill>
                <a:latin typeface="Calibri" pitchFamily="-28" charset="0"/>
              </a:rPr>
              <a:t>Realism (Determinism)</a:t>
            </a:r>
          </a:p>
          <a:p>
            <a:pPr marL="342900" indent="-342900" eaLnBrk="0" hangingPunct="0">
              <a:lnSpc>
                <a:spcPct val="90000"/>
              </a:lnSpc>
              <a:buFont typeface="Arial" pitchFamily="-28" charset="0"/>
              <a:buChar char="•"/>
            </a:pPr>
            <a:r>
              <a:rPr lang="en-US" altLang="ko-KR" sz="1800" b="0">
                <a:solidFill>
                  <a:schemeClr val="tx1"/>
                </a:solidFill>
                <a:latin typeface="Calibri" pitchFamily="-28" charset="0"/>
              </a:rPr>
              <a:t>Locality</a:t>
            </a:r>
            <a:endParaRPr lang="el-GR" altLang="ko-KR" sz="1800" b="0">
              <a:solidFill>
                <a:schemeClr val="tx1"/>
              </a:solidFill>
              <a:latin typeface="Calibri" pitchFamily="-28" charset="0"/>
            </a:endParaRPr>
          </a:p>
        </p:txBody>
      </p:sp>
      <p:graphicFrame>
        <p:nvGraphicFramePr>
          <p:cNvPr id="90119" name="Object 7"/>
          <p:cNvGraphicFramePr>
            <a:graphicFrameLocks noChangeAspect="1"/>
          </p:cNvGraphicFramePr>
          <p:nvPr/>
        </p:nvGraphicFramePr>
        <p:xfrm>
          <a:off x="6289675" y="4475163"/>
          <a:ext cx="2611438" cy="527050"/>
        </p:xfrm>
        <a:graphic>
          <a:graphicData uri="http://schemas.openxmlformats.org/presentationml/2006/ole">
            <p:oleObj spid="_x0000_s90119" name="Equation" r:id="rId8" imgW="1320800" imgH="266700" progId="Equation.3">
              <p:embed/>
            </p:oleObj>
          </a:graphicData>
        </a:graphic>
      </p:graphicFrame>
      <p:graphicFrame>
        <p:nvGraphicFramePr>
          <p:cNvPr id="90120" name="Object 8"/>
          <p:cNvGraphicFramePr>
            <a:graphicFrameLocks noChangeAspect="1"/>
          </p:cNvGraphicFramePr>
          <p:nvPr/>
        </p:nvGraphicFramePr>
        <p:xfrm>
          <a:off x="5292725" y="4221163"/>
          <a:ext cx="935038" cy="935037"/>
        </p:xfrm>
        <a:graphic>
          <a:graphicData uri="http://schemas.openxmlformats.org/presentationml/2006/ole">
            <p:oleObj spid="_x0000_s90120" name="Equation" r:id="rId9" imgW="139680" imgH="139680" progId="Equation.3">
              <p:embed/>
            </p:oleObj>
          </a:graphicData>
        </a:graphic>
      </p:graphicFrame>
      <p:graphicFrame>
        <p:nvGraphicFramePr>
          <p:cNvPr id="90121" name="Object 9"/>
          <p:cNvGraphicFramePr>
            <a:graphicFrameLocks noChangeAspect="1"/>
          </p:cNvGraphicFramePr>
          <p:nvPr/>
        </p:nvGraphicFramePr>
        <p:xfrm>
          <a:off x="2182813" y="4495800"/>
          <a:ext cx="1730375" cy="576263"/>
        </p:xfrm>
        <a:graphic>
          <a:graphicData uri="http://schemas.openxmlformats.org/presentationml/2006/ole">
            <p:oleObj spid="_x0000_s90121" name="Equation" r:id="rId10" imgW="876300" imgH="292100" progId="Equation.3">
              <p:embed/>
            </p:oleObj>
          </a:graphicData>
        </a:graphic>
      </p:graphicFrame>
      <p:graphicFrame>
        <p:nvGraphicFramePr>
          <p:cNvPr id="90122" name="Object 10"/>
          <p:cNvGraphicFramePr>
            <a:graphicFrameLocks noChangeAspect="1"/>
          </p:cNvGraphicFramePr>
          <p:nvPr>
            <p:ph sz="quarter" idx="2"/>
          </p:nvPr>
        </p:nvGraphicFramePr>
        <p:xfrm>
          <a:off x="827088" y="5084763"/>
          <a:ext cx="3743325" cy="481012"/>
        </p:xfrm>
        <a:graphic>
          <a:graphicData uri="http://schemas.openxmlformats.org/presentationml/2006/ole">
            <p:oleObj spid="_x0000_s90122" name="Equation" r:id="rId11" imgW="1879560" imgH="241200" progId="Equation.3">
              <p:embed/>
            </p:oleObj>
          </a:graphicData>
        </a:graphic>
      </p:graphicFrame>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1140" name="Rectangle 2"/>
          <p:cNvSpPr>
            <a:spLocks noGrp="1"/>
          </p:cNvSpPr>
          <p:nvPr>
            <p:ph type="title"/>
          </p:nvPr>
        </p:nvSpPr>
        <p:spPr>
          <a:xfrm>
            <a:off x="539750" y="404813"/>
            <a:ext cx="7988300" cy="1143000"/>
          </a:xfrm>
        </p:spPr>
        <p:txBody>
          <a:bodyPr/>
          <a:lstStyle/>
          <a:p>
            <a:r>
              <a:rPr lang="en-US" altLang="ko-KR" sz="3200" b="1">
                <a:solidFill>
                  <a:schemeClr val="accent2"/>
                </a:solidFill>
                <a:ea typeface="굴림" pitchFamily="-28" charset="-127"/>
                <a:cs typeface="굴림" pitchFamily="-28" charset="-127"/>
              </a:rPr>
              <a:t>What makes quantum theory quantum?</a:t>
            </a:r>
          </a:p>
        </p:txBody>
      </p:sp>
      <p:sp>
        <p:nvSpPr>
          <p:cNvPr id="352259" name="Rectangle 3"/>
          <p:cNvSpPr>
            <a:spLocks/>
          </p:cNvSpPr>
          <p:nvPr/>
        </p:nvSpPr>
        <p:spPr bwMode="auto">
          <a:xfrm>
            <a:off x="755650" y="2492375"/>
            <a:ext cx="7345363" cy="2879725"/>
          </a:xfrm>
          <a:prstGeom prst="rect">
            <a:avLst/>
          </a:prstGeom>
          <a:noFill/>
          <a:ln w="9525">
            <a:noFill/>
            <a:miter lim="800000"/>
            <a:headEnd/>
            <a:tailEnd/>
          </a:ln>
        </p:spPr>
        <p:txBody>
          <a:bodyPr>
            <a:prstTxWarp prst="textNoShape">
              <a:avLst/>
            </a:prstTxWarp>
          </a:bodyPr>
          <a:lstStyle/>
          <a:p>
            <a:pPr marL="342900" indent="-342900" eaLnBrk="0" hangingPunct="0">
              <a:buFont typeface="Wingdings" pitchFamily="-28" charset="2"/>
              <a:buChar char="l"/>
            </a:pPr>
            <a:r>
              <a:rPr lang="en-US" altLang="ko-KR" sz="2400">
                <a:solidFill>
                  <a:schemeClr val="tx1"/>
                </a:solidFill>
                <a:latin typeface="Calibri" pitchFamily="-28" charset="0"/>
              </a:rPr>
              <a:t>Complementarity: </a:t>
            </a:r>
          </a:p>
          <a:p>
            <a:pPr marL="342900" indent="-342900" eaLnBrk="0" hangingPunct="0">
              <a:buFont typeface="Wingdings" pitchFamily="-28" charset="2"/>
              <a:buChar char="ü"/>
            </a:pPr>
            <a:r>
              <a:rPr lang="en-US" altLang="ko-KR" sz="2200" b="0">
                <a:solidFill>
                  <a:schemeClr val="tx1"/>
                </a:solidFill>
                <a:latin typeface="Calibri" pitchFamily="-28" charset="0"/>
              </a:rPr>
              <a:t>“Two observables are complementary if precise knowledge of one of them implies that all possible outcomes of measuring the other one are equally probable.” (Scully </a:t>
            </a:r>
            <a:r>
              <a:rPr lang="en-US" altLang="ko-KR" sz="2200" b="0" i="1">
                <a:solidFill>
                  <a:schemeClr val="tx1"/>
                </a:solidFill>
                <a:latin typeface="Calibri" pitchFamily="-28" charset="0"/>
              </a:rPr>
              <a:t>et al</a:t>
            </a:r>
            <a:r>
              <a:rPr lang="en-US" altLang="ko-KR" sz="2200">
                <a:solidFill>
                  <a:schemeClr val="tx1"/>
                </a:solidFill>
                <a:latin typeface="Calibri" pitchFamily="-28" charset="0"/>
              </a:rPr>
              <a:t>.</a:t>
            </a:r>
            <a:r>
              <a:rPr lang="en-US" altLang="ko-KR" sz="2200" b="0">
                <a:solidFill>
                  <a:schemeClr val="tx1"/>
                </a:solidFill>
                <a:latin typeface="Calibri" pitchFamily="-28" charset="0"/>
              </a:rPr>
              <a:t>)</a:t>
            </a:r>
          </a:p>
          <a:p>
            <a:pPr marL="342900" indent="-342900" eaLnBrk="0" hangingPunct="0">
              <a:buFont typeface="Wingdings" pitchFamily="-28" charset="2"/>
              <a:buChar char="ü"/>
            </a:pPr>
            <a:r>
              <a:rPr lang="en-US" altLang="ko-KR" sz="2200" b="0">
                <a:solidFill>
                  <a:schemeClr val="tx1"/>
                </a:solidFill>
                <a:latin typeface="Calibri" pitchFamily="-28" charset="0"/>
              </a:rPr>
              <a:t>“No matter how the system is prepared, there is always a measurement whose outcome is utterly unpredictable.”</a:t>
            </a:r>
            <a:r>
              <a:rPr lang="en-US" altLang="ko-KR" sz="2200" b="0" i="1">
                <a:solidFill>
                  <a:schemeClr val="tx1"/>
                </a:solidFill>
                <a:latin typeface="Calibri" pitchFamily="-28" charset="0"/>
              </a:rPr>
              <a:t> </a:t>
            </a:r>
            <a:r>
              <a:rPr lang="en-US" altLang="ko-KR" sz="2200" b="0">
                <a:solidFill>
                  <a:schemeClr val="tx1"/>
                </a:solidFill>
                <a:latin typeface="Calibri" pitchFamily="-28" charset="0"/>
              </a:rPr>
              <a:t>(Scully </a:t>
            </a:r>
            <a:r>
              <a:rPr lang="en-US" altLang="ko-KR" sz="2200" b="0" i="1">
                <a:solidFill>
                  <a:schemeClr val="tx1"/>
                </a:solidFill>
                <a:latin typeface="Calibri" pitchFamily="-28" charset="0"/>
              </a:rPr>
              <a:t>et al</a:t>
            </a:r>
            <a:r>
              <a:rPr lang="en-US" altLang="ko-KR" sz="2200" b="0">
                <a:solidFill>
                  <a:schemeClr val="tx1"/>
                </a:solidFill>
                <a:latin typeface="Calibri" pitchFamily="-28" charset="0"/>
              </a:rPr>
              <a:t>.)</a:t>
            </a:r>
          </a:p>
          <a:p>
            <a:pPr marL="342900" indent="-342900" eaLnBrk="0" hangingPunct="0">
              <a:buFont typeface="Arial" pitchFamily="-28" charset="0"/>
              <a:buChar char="•"/>
            </a:pPr>
            <a:endParaRPr lang="en-US" altLang="ko-KR" sz="2200" b="0">
              <a:solidFill>
                <a:schemeClr val="tx1"/>
              </a:solidFill>
              <a:latin typeface="Calibri" pitchFamily="-28" charset="0"/>
            </a:endParaRPr>
          </a:p>
        </p:txBody>
      </p:sp>
      <p:graphicFrame>
        <p:nvGraphicFramePr>
          <p:cNvPr id="352261" name="Object 2"/>
          <p:cNvGraphicFramePr>
            <a:graphicFrameLocks noChangeAspect="1"/>
          </p:cNvGraphicFramePr>
          <p:nvPr>
            <p:ph sz="half" idx="2"/>
          </p:nvPr>
        </p:nvGraphicFramePr>
        <p:xfrm>
          <a:off x="4284663" y="1485900"/>
          <a:ext cx="1754187" cy="1066800"/>
        </p:xfrm>
        <a:graphic>
          <a:graphicData uri="http://schemas.openxmlformats.org/presentationml/2006/ole">
            <p:oleObj spid="_x0000_s91138" name="Equation" r:id="rId3" imgW="672840" imgH="393480" progId="Equation.3">
              <p:embed/>
            </p:oleObj>
          </a:graphicData>
        </a:graphic>
      </p:graphicFrame>
      <p:sp>
        <p:nvSpPr>
          <p:cNvPr id="352262" name="Rectangle 6"/>
          <p:cNvSpPr>
            <a:spLocks/>
          </p:cNvSpPr>
          <p:nvPr/>
        </p:nvSpPr>
        <p:spPr bwMode="auto">
          <a:xfrm>
            <a:off x="755650" y="1773238"/>
            <a:ext cx="5545138" cy="576262"/>
          </a:xfrm>
          <a:prstGeom prst="rect">
            <a:avLst/>
          </a:prstGeom>
          <a:noFill/>
          <a:ln w="9525">
            <a:noFill/>
            <a:miter lim="800000"/>
            <a:headEnd/>
            <a:tailEnd/>
          </a:ln>
        </p:spPr>
        <p:txBody>
          <a:bodyPr>
            <a:prstTxWarp prst="textNoShape">
              <a:avLst/>
            </a:prstTxWarp>
          </a:bodyPr>
          <a:lstStyle/>
          <a:p>
            <a:pPr marL="342900" indent="-342900" eaLnBrk="0" hangingPunct="0">
              <a:buFont typeface="Wingdings" pitchFamily="-28" charset="2"/>
              <a:buChar char="l"/>
            </a:pPr>
            <a:r>
              <a:rPr lang="en-US" altLang="ko-KR" sz="2400">
                <a:solidFill>
                  <a:schemeClr val="tx1"/>
                </a:solidFill>
                <a:latin typeface="Calibri" pitchFamily="-28" charset="0"/>
              </a:rPr>
              <a:t>Uncertainty relation:</a:t>
            </a:r>
            <a:r>
              <a:rPr lang="en-US" altLang="ko-KR" sz="2400" b="0">
                <a:solidFill>
                  <a:schemeClr val="tx1"/>
                </a:solidFill>
                <a:latin typeface="Calibri" pitchFamily="-28" charset="0"/>
              </a:rPr>
              <a:t> </a:t>
            </a:r>
          </a:p>
        </p:txBody>
      </p:sp>
      <p:graphicFrame>
        <p:nvGraphicFramePr>
          <p:cNvPr id="352264" name="Object 3"/>
          <p:cNvGraphicFramePr>
            <a:graphicFrameLocks noChangeAspect="1"/>
          </p:cNvGraphicFramePr>
          <p:nvPr>
            <p:ph sz="half" idx="1"/>
          </p:nvPr>
        </p:nvGraphicFramePr>
        <p:xfrm>
          <a:off x="4572000" y="5446713"/>
          <a:ext cx="3735388" cy="647700"/>
        </p:xfrm>
        <a:graphic>
          <a:graphicData uri="http://schemas.openxmlformats.org/presentationml/2006/ole">
            <p:oleObj spid="_x0000_s91139" name="Equation" r:id="rId4" imgW="1371600" imgH="228600" progId="Equation.3">
              <p:embed/>
            </p:oleObj>
          </a:graphicData>
        </a:graphic>
      </p:graphicFrame>
      <p:sp>
        <p:nvSpPr>
          <p:cNvPr id="352265" name="Rectangle 9"/>
          <p:cNvSpPr>
            <a:spLocks/>
          </p:cNvSpPr>
          <p:nvPr/>
        </p:nvSpPr>
        <p:spPr bwMode="auto">
          <a:xfrm>
            <a:off x="755650" y="5553075"/>
            <a:ext cx="7848600" cy="576263"/>
          </a:xfrm>
          <a:prstGeom prst="rect">
            <a:avLst/>
          </a:prstGeom>
          <a:noFill/>
          <a:ln w="9525">
            <a:noFill/>
            <a:miter lim="800000"/>
            <a:headEnd/>
            <a:tailEnd/>
          </a:ln>
        </p:spPr>
        <p:txBody>
          <a:bodyPr>
            <a:prstTxWarp prst="textNoShape">
              <a:avLst/>
            </a:prstTxWarp>
          </a:bodyPr>
          <a:lstStyle/>
          <a:p>
            <a:pPr marL="342900" indent="-342900" eaLnBrk="0" hangingPunct="0">
              <a:buFont typeface="Wingdings" pitchFamily="-28" charset="2"/>
              <a:buChar char="Ø"/>
            </a:pPr>
            <a:r>
              <a:rPr lang="en-US" altLang="ko-KR" sz="2400">
                <a:solidFill>
                  <a:schemeClr val="tx1"/>
                </a:solidFill>
                <a:latin typeface="Calibri" pitchFamily="-28" charset="0"/>
              </a:rPr>
              <a:t>Commutation relation: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22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22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22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22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22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p:bldP spid="352262" grpId="0"/>
      <p:bldP spid="352265" grpId="0"/>
    </p:bld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92162" name="Object 2"/>
          <p:cNvGraphicFramePr>
            <a:graphicFrameLocks noChangeAspect="1"/>
          </p:cNvGraphicFramePr>
          <p:nvPr>
            <p:ph sz="half" idx="1"/>
          </p:nvPr>
        </p:nvGraphicFramePr>
        <p:xfrm>
          <a:off x="2195513" y="2349500"/>
          <a:ext cx="4422775" cy="766763"/>
        </p:xfrm>
        <a:graphic>
          <a:graphicData uri="http://schemas.openxmlformats.org/presentationml/2006/ole">
            <p:oleObj spid="_x0000_s92162" name="Equation" r:id="rId3" imgW="1371600" imgH="228600" progId="Equation.3">
              <p:embed/>
            </p:oleObj>
          </a:graphicData>
        </a:graphic>
      </p:graphicFrame>
      <p:sp>
        <p:nvSpPr>
          <p:cNvPr id="354308" name="Rectangle 4"/>
          <p:cNvSpPr>
            <a:spLocks/>
          </p:cNvSpPr>
          <p:nvPr/>
        </p:nvSpPr>
        <p:spPr bwMode="auto">
          <a:xfrm>
            <a:off x="1042988" y="3429000"/>
            <a:ext cx="7129462" cy="2663825"/>
          </a:xfrm>
          <a:prstGeom prst="rect">
            <a:avLst/>
          </a:prstGeom>
          <a:noFill/>
          <a:ln w="9525">
            <a:noFill/>
            <a:miter lim="800000"/>
            <a:headEnd/>
            <a:tailEnd/>
          </a:ln>
        </p:spPr>
        <p:txBody>
          <a:bodyPr>
            <a:prstTxWarp prst="textNoShape">
              <a:avLst/>
            </a:prstTxWarp>
          </a:bodyPr>
          <a:lstStyle/>
          <a:p>
            <a:pPr marL="342900" indent="-342900" eaLnBrk="0" hangingPunct="0">
              <a:buFont typeface="Arial" pitchFamily="-28" charset="0"/>
              <a:buNone/>
            </a:pPr>
            <a:r>
              <a:rPr lang="en-US" altLang="ko-KR" sz="3000">
                <a:latin typeface="Calibri" pitchFamily="-28" charset="0"/>
              </a:rPr>
              <a:t>      List for optical implementation</a:t>
            </a:r>
          </a:p>
          <a:p>
            <a:pPr marL="342900" indent="-342900" eaLnBrk="0" hangingPunct="0">
              <a:buFont typeface="Arial" pitchFamily="-28" charset="0"/>
              <a:buChar char="•"/>
            </a:pPr>
            <a:r>
              <a:rPr lang="en-US" altLang="ko-KR" sz="2800" b="0">
                <a:solidFill>
                  <a:schemeClr val="tx1"/>
                </a:solidFill>
                <a:latin typeface="Calibri" pitchFamily="-28" charset="0"/>
              </a:rPr>
              <a:t>Implementation of the photon annihilation and creation operators</a:t>
            </a:r>
          </a:p>
          <a:p>
            <a:pPr marL="342900" indent="-342900" eaLnBrk="0" hangingPunct="0">
              <a:buFont typeface="Arial" pitchFamily="-28" charset="0"/>
              <a:buChar char="•"/>
            </a:pPr>
            <a:r>
              <a:rPr lang="en-US" altLang="ko-KR" sz="2800" b="0">
                <a:solidFill>
                  <a:schemeClr val="tx1"/>
                </a:solidFill>
                <a:latin typeface="Calibri" pitchFamily="-28" charset="0"/>
              </a:rPr>
              <a:t>Consecutive applications of the operators</a:t>
            </a:r>
          </a:p>
          <a:p>
            <a:pPr marL="342900" indent="-342900" eaLnBrk="0" hangingPunct="0">
              <a:buFont typeface="Arial" pitchFamily="-28" charset="0"/>
              <a:buChar char="•"/>
            </a:pPr>
            <a:r>
              <a:rPr lang="en-US" altLang="ko-KR" sz="2800" b="0">
                <a:solidFill>
                  <a:schemeClr val="tx1"/>
                </a:solidFill>
                <a:latin typeface="Calibri" pitchFamily="-28" charset="0"/>
              </a:rPr>
              <a:t>Coherent superposition of the operators</a:t>
            </a:r>
          </a:p>
        </p:txBody>
      </p:sp>
      <p:sp>
        <p:nvSpPr>
          <p:cNvPr id="92164" name="Rectangle 4"/>
          <p:cNvSpPr>
            <a:spLocks noChangeArrowheads="1"/>
          </p:cNvSpPr>
          <p:nvPr/>
        </p:nvSpPr>
        <p:spPr bwMode="auto">
          <a:xfrm>
            <a:off x="838200" y="563563"/>
            <a:ext cx="7467600" cy="1570037"/>
          </a:xfrm>
          <a:prstGeom prst="rect">
            <a:avLst/>
          </a:prstGeom>
          <a:noFill/>
          <a:ln w="9525">
            <a:noFill/>
            <a:miter lim="800000"/>
            <a:headEnd/>
            <a:tailEnd/>
          </a:ln>
        </p:spPr>
        <p:txBody>
          <a:bodyPr>
            <a:prstTxWarp prst="textNoShape">
              <a:avLst/>
            </a:prstTxWarp>
            <a:spAutoFit/>
          </a:bodyPr>
          <a:lstStyle/>
          <a:p>
            <a:pPr algn="ctr">
              <a:buFontTx/>
              <a:buNone/>
            </a:pPr>
            <a:r>
              <a:rPr lang="en-US" altLang="ko-KR" sz="3200">
                <a:solidFill>
                  <a:srgbClr val="C0504D"/>
                </a:solidFill>
                <a:latin typeface="Calibri" pitchFamily="-28" charset="0"/>
              </a:rPr>
              <a:t>Experimental proof of the commutation relation using quantum measurements?</a:t>
            </a:r>
            <a:br>
              <a:rPr lang="en-US" altLang="ko-KR" sz="3200">
                <a:solidFill>
                  <a:srgbClr val="C0504D"/>
                </a:solidFill>
                <a:latin typeface="Calibri" pitchFamily="-28" charset="0"/>
              </a:rPr>
            </a:br>
            <a:r>
              <a:rPr lang="en-US" altLang="ko-KR" sz="3200">
                <a:solidFill>
                  <a:srgbClr val="C0504D"/>
                </a:solidFill>
                <a:latin typeface="Calibri" pitchFamily="-28" charset="0"/>
              </a:rPr>
              <a:t> </a:t>
            </a:r>
            <a:r>
              <a:rPr lang="en-US" altLang="ko-KR" sz="2000">
                <a:solidFill>
                  <a:srgbClr val="C0504D"/>
                </a:solidFill>
                <a:latin typeface="Calibri" pitchFamily="-28" charset="0"/>
              </a:rPr>
              <a:t>(Kim, Jeong, Zavatta, Parigi, Bellini, </a:t>
            </a:r>
            <a:r>
              <a:rPr lang="en-US" altLang="ko-KR" sz="2000" i="1">
                <a:solidFill>
                  <a:srgbClr val="C0504D"/>
                </a:solidFill>
                <a:latin typeface="Calibri" pitchFamily="-28" charset="0"/>
              </a:rPr>
              <a:t>Phys. Rev. Lett.</a:t>
            </a:r>
            <a:r>
              <a:rPr lang="en-US" altLang="ko-KR" sz="2000">
                <a:solidFill>
                  <a:srgbClr val="C0504D"/>
                </a:solidFill>
                <a:latin typeface="Calibri" pitchFamily="-28" charset="0"/>
              </a:rPr>
              <a:t> 2008)</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4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8" grpId="0"/>
    </p:bld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3186" name="Rectangle 2"/>
          <p:cNvSpPr>
            <a:spLocks noGrp="1"/>
          </p:cNvSpPr>
          <p:nvPr>
            <p:ph type="title"/>
          </p:nvPr>
        </p:nvSpPr>
        <p:spPr>
          <a:xfrm>
            <a:off x="468313" y="620713"/>
            <a:ext cx="8229600" cy="1143000"/>
          </a:xfrm>
        </p:spPr>
        <p:txBody>
          <a:bodyPr/>
          <a:lstStyle/>
          <a:p>
            <a:pPr eaLnBrk="1" hangingPunct="1"/>
            <a:r>
              <a:rPr kumimoji="0" lang="en-US" altLang="ko-KR" b="1">
                <a:solidFill>
                  <a:schemeClr val="accent2"/>
                </a:solidFill>
                <a:latin typeface="Verdana" pitchFamily="-28" charset="0"/>
              </a:rPr>
              <a:t>Two </a:t>
            </a:r>
            <a:r>
              <a:rPr kumimoji="0" lang="en-US" altLang="ko-KR" b="1" i="1">
                <a:solidFill>
                  <a:schemeClr val="accent2"/>
                </a:solidFill>
                <a:latin typeface="Verdana" pitchFamily="-28" charset="0"/>
              </a:rPr>
              <a:t>BIG</a:t>
            </a:r>
            <a:r>
              <a:rPr kumimoji="0" lang="en-US" altLang="ko-KR" b="1">
                <a:solidFill>
                  <a:schemeClr val="accent2"/>
                </a:solidFill>
                <a:latin typeface="Verdana" pitchFamily="-28" charset="0"/>
              </a:rPr>
              <a:t> problems of </a:t>
            </a:r>
            <a:br>
              <a:rPr kumimoji="0" lang="en-US" altLang="ko-KR" b="1">
                <a:solidFill>
                  <a:schemeClr val="accent2"/>
                </a:solidFill>
                <a:latin typeface="Verdana" pitchFamily="-28" charset="0"/>
              </a:rPr>
            </a:br>
            <a:r>
              <a:rPr kumimoji="0" lang="en-US" altLang="ko-KR" b="1">
                <a:solidFill>
                  <a:schemeClr val="accent2"/>
                </a:solidFill>
                <a:latin typeface="Verdana" pitchFamily="-28" charset="0"/>
              </a:rPr>
              <a:t>quantum mechanics</a:t>
            </a:r>
          </a:p>
        </p:txBody>
      </p:sp>
      <p:sp>
        <p:nvSpPr>
          <p:cNvPr id="446468" name="Rectangle 4"/>
          <p:cNvSpPr>
            <a:spLocks/>
          </p:cNvSpPr>
          <p:nvPr/>
        </p:nvSpPr>
        <p:spPr bwMode="auto">
          <a:xfrm>
            <a:off x="684213" y="4076700"/>
            <a:ext cx="7920037" cy="2089150"/>
          </a:xfrm>
          <a:prstGeom prst="rect">
            <a:avLst/>
          </a:prstGeom>
          <a:noFill/>
          <a:ln w="9525">
            <a:noFill/>
            <a:miter lim="800000"/>
            <a:headEnd/>
            <a:tailEnd/>
          </a:ln>
        </p:spPr>
        <p:txBody>
          <a:bodyPr>
            <a:prstTxWarp prst="textNoShape">
              <a:avLst/>
            </a:prstTxWarp>
          </a:bodyPr>
          <a:lstStyle/>
          <a:p>
            <a:pPr marL="342900" indent="-342900" latinLnBrk="1">
              <a:buFont typeface="Arial" pitchFamily="-28" charset="0"/>
              <a:buNone/>
            </a:pPr>
            <a:r>
              <a:rPr kumimoji="1" lang="en-US" altLang="ko-KR" sz="3200" b="0">
                <a:solidFill>
                  <a:schemeClr val="tx1"/>
                </a:solidFill>
                <a:latin typeface="굴림" pitchFamily="-28" charset="-127"/>
              </a:rPr>
              <a:t>   </a:t>
            </a:r>
            <a:r>
              <a:rPr kumimoji="1" lang="en-US" altLang="ko-KR" sz="2800">
                <a:solidFill>
                  <a:schemeClr val="tx1"/>
                </a:solidFill>
                <a:latin typeface="Calibri" pitchFamily="-28" charset="0"/>
              </a:rPr>
              <a:t>The second problem is related to the reconciliation between the descriptions of the microscopic and macroscopic worlds. This will lead us to the decoherence theory.</a:t>
            </a:r>
          </a:p>
        </p:txBody>
      </p:sp>
      <p:sp>
        <p:nvSpPr>
          <p:cNvPr id="5" name="Rectangle 4"/>
          <p:cNvSpPr/>
          <p:nvPr/>
        </p:nvSpPr>
        <p:spPr>
          <a:xfrm>
            <a:off x="990600" y="2133600"/>
            <a:ext cx="7772400" cy="1816100"/>
          </a:xfrm>
          <a:prstGeom prst="rect">
            <a:avLst/>
          </a:prstGeom>
        </p:spPr>
        <p:txBody>
          <a:bodyPr>
            <a:prstTxWarp prst="textNoShape">
              <a:avLst/>
            </a:prstTxWarp>
            <a:spAutoFit/>
          </a:bodyPr>
          <a:lstStyle/>
          <a:p>
            <a:pPr>
              <a:buFontTx/>
              <a:buNone/>
            </a:pPr>
            <a:r>
              <a:rPr lang="en-US" altLang="ko-KR" sz="2800">
                <a:solidFill>
                  <a:srgbClr val="000000"/>
                </a:solidFill>
                <a:latin typeface="굴림" pitchFamily="-28" charset="-127"/>
              </a:rPr>
              <a:t>The first problem is related to the question of “what reality is”. This makes us to consider the relation between the measurement and reality.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6468"/>
                                        </p:tgtEl>
                                        <p:attrNameLst>
                                          <p:attrName>style.visibility</p:attrName>
                                        </p:attrNameLst>
                                      </p:cBhvr>
                                      <p:to>
                                        <p:strVal val="visible"/>
                                      </p:to>
                                    </p:set>
                                    <p:anim calcmode="lin" valueType="num">
                                      <p:cBhvr additive="base">
                                        <p:cTn id="7" dur="500" fill="hold"/>
                                        <p:tgtEl>
                                          <p:spTgt spid="446468"/>
                                        </p:tgtEl>
                                        <p:attrNameLst>
                                          <p:attrName>ppt_x</p:attrName>
                                        </p:attrNameLst>
                                      </p:cBhvr>
                                      <p:tavLst>
                                        <p:tav tm="0">
                                          <p:val>
                                            <p:strVal val="#ppt_x"/>
                                          </p:val>
                                        </p:tav>
                                        <p:tav tm="100000">
                                          <p:val>
                                            <p:strVal val="#ppt_x"/>
                                          </p:val>
                                        </p:tav>
                                      </p:tavLst>
                                    </p:anim>
                                    <p:anim calcmode="lin" valueType="num">
                                      <p:cBhvr additive="base">
                                        <p:cTn id="8" dur="500" fill="hold"/>
                                        <p:tgtEl>
                                          <p:spTgt spid="446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8" grpId="0"/>
    </p:bld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4212"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4213"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4214"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4215"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4216"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4217"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94218" name="Picture 4" descr="C:\Documents and Settings\Jeong\Desktop\images.jpg"/>
          <p:cNvPicPr>
            <a:picLocks noChangeAspect="1" noChangeArrowheads="1"/>
          </p:cNvPicPr>
          <p:nvPr/>
        </p:nvPicPr>
        <p:blipFill>
          <a:blip r:embed="rId3"/>
          <a:srcRect/>
          <a:stretch>
            <a:fillRect/>
          </a:stretch>
        </p:blipFill>
        <p:spPr bwMode="auto">
          <a:xfrm>
            <a:off x="357188" y="3286125"/>
            <a:ext cx="1266825" cy="923925"/>
          </a:xfrm>
          <a:prstGeom prst="rect">
            <a:avLst/>
          </a:prstGeom>
          <a:noFill/>
          <a:ln w="9525">
            <a:noFill/>
            <a:miter lim="800000"/>
            <a:headEnd/>
            <a:tailEnd/>
          </a:ln>
        </p:spPr>
      </p:pic>
      <p:grpSp>
        <p:nvGrpSpPr>
          <p:cNvPr id="94219" name="Group 16"/>
          <p:cNvGrpSpPr>
            <a:grpSpLocks/>
          </p:cNvGrpSpPr>
          <p:nvPr/>
        </p:nvGrpSpPr>
        <p:grpSpPr bwMode="auto">
          <a:xfrm>
            <a:off x="1571625" y="3429000"/>
            <a:ext cx="285750" cy="307975"/>
            <a:chOff x="1928794" y="3357542"/>
            <a:chExt cx="284996" cy="308622"/>
          </a:xfrm>
        </p:grpSpPr>
        <p:sp>
          <p:nvSpPr>
            <p:cNvPr id="94228"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4229"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4230"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94220" name="Freeform 9"/>
          <p:cNvSpPr>
            <a:spLocks/>
          </p:cNvSpPr>
          <p:nvPr/>
        </p:nvSpPr>
        <p:spPr bwMode="auto">
          <a:xfrm>
            <a:off x="6756400" y="2143125"/>
            <a:ext cx="814388" cy="3054350"/>
          </a:xfrm>
          <a:custGeom>
            <a:avLst/>
            <a:gdLst>
              <a:gd name="T0" fmla="*/ 2147483647 w 520"/>
              <a:gd name="T1" fmla="*/ 0 h 1667"/>
              <a:gd name="T2" fmla="*/ 2147483647 w 520"/>
              <a:gd name="T3" fmla="*/ 2147483647 h 1667"/>
              <a:gd name="T4" fmla="*/ 2147483647 w 520"/>
              <a:gd name="T5" fmla="*/ 2147483647 h 1667"/>
              <a:gd name="T6" fmla="*/ 2147483647 w 520"/>
              <a:gd name="T7" fmla="*/ 2147483647 h 1667"/>
              <a:gd name="T8" fmla="*/ 2147483647 w 520"/>
              <a:gd name="T9" fmla="*/ 2147483647 h 1667"/>
              <a:gd name="T10" fmla="*/ 0 w 520"/>
              <a:gd name="T11" fmla="*/ 2147483647 h 1667"/>
              <a:gd name="T12" fmla="*/ 2147483647 w 520"/>
              <a:gd name="T13" fmla="*/ 2147483647 h 1667"/>
              <a:gd name="T14" fmla="*/ 2147483647 w 520"/>
              <a:gd name="T15" fmla="*/ 2147483647 h 1667"/>
              <a:gd name="T16" fmla="*/ 2147483647 w 520"/>
              <a:gd name="T17" fmla="*/ 2147483647 h 16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0"/>
              <a:gd name="T28" fmla="*/ 0 h 1667"/>
              <a:gd name="T29" fmla="*/ 520 w 520"/>
              <a:gd name="T30" fmla="*/ 1667 h 16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0" h="1667">
                <a:moveTo>
                  <a:pt x="453" y="0"/>
                </a:moveTo>
                <a:cubicBezTo>
                  <a:pt x="422" y="30"/>
                  <a:pt x="214" y="154"/>
                  <a:pt x="219" y="217"/>
                </a:cubicBezTo>
                <a:cubicBezTo>
                  <a:pt x="224" y="280"/>
                  <a:pt x="449" y="365"/>
                  <a:pt x="483" y="380"/>
                </a:cubicBezTo>
                <a:cubicBezTo>
                  <a:pt x="498" y="453"/>
                  <a:pt x="31" y="506"/>
                  <a:pt x="33" y="578"/>
                </a:cubicBezTo>
                <a:cubicBezTo>
                  <a:pt x="35" y="650"/>
                  <a:pt x="500" y="731"/>
                  <a:pt x="495" y="812"/>
                </a:cubicBezTo>
                <a:cubicBezTo>
                  <a:pt x="490" y="893"/>
                  <a:pt x="0" y="986"/>
                  <a:pt x="0" y="1064"/>
                </a:cubicBezTo>
                <a:cubicBezTo>
                  <a:pt x="0" y="1142"/>
                  <a:pt x="472" y="1216"/>
                  <a:pt x="496" y="1280"/>
                </a:cubicBezTo>
                <a:cubicBezTo>
                  <a:pt x="520" y="1345"/>
                  <a:pt x="284" y="1387"/>
                  <a:pt x="283" y="1451"/>
                </a:cubicBezTo>
                <a:cubicBezTo>
                  <a:pt x="282" y="1515"/>
                  <a:pt x="491" y="1631"/>
                  <a:pt x="487"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94221" name="Group 14"/>
          <p:cNvGrpSpPr>
            <a:grpSpLocks/>
          </p:cNvGrpSpPr>
          <p:nvPr/>
        </p:nvGrpSpPr>
        <p:grpSpPr bwMode="auto">
          <a:xfrm>
            <a:off x="4000500" y="2500313"/>
            <a:ext cx="446088" cy="2000250"/>
            <a:chOff x="4000496" y="2500306"/>
            <a:chExt cx="446088" cy="2000262"/>
          </a:xfrm>
        </p:grpSpPr>
        <p:sp>
          <p:nvSpPr>
            <p:cNvPr id="94227"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94210" name="Object 3"/>
            <p:cNvGraphicFramePr>
              <a:graphicFrameLocks noChangeAspect="1"/>
            </p:cNvGraphicFramePr>
            <p:nvPr/>
          </p:nvGraphicFramePr>
          <p:xfrm>
            <a:off x="4071934" y="2500306"/>
            <a:ext cx="241300" cy="338137"/>
          </p:xfrm>
          <a:graphic>
            <a:graphicData uri="http://schemas.openxmlformats.org/presentationml/2006/ole">
              <p:oleObj spid="_x0000_s94210" name="Equation" r:id="rId4" imgW="88560" imgH="164880" progId="Equation.DSMT4">
                <p:embed/>
              </p:oleObj>
            </a:graphicData>
          </a:graphic>
        </p:graphicFrame>
        <p:graphicFrame>
          <p:nvGraphicFramePr>
            <p:cNvPr id="94211" name="Object 16"/>
            <p:cNvGraphicFramePr>
              <a:graphicFrameLocks noChangeAspect="1"/>
            </p:cNvGraphicFramePr>
            <p:nvPr/>
          </p:nvGraphicFramePr>
          <p:xfrm>
            <a:off x="4000496" y="4143380"/>
            <a:ext cx="446088" cy="357188"/>
          </p:xfrm>
          <a:graphic>
            <a:graphicData uri="http://schemas.openxmlformats.org/presentationml/2006/ole">
              <p:oleObj spid="_x0000_s94211" name="Equation" r:id="rId5" imgW="126720" imgH="164880" progId="Equation.DSMT4">
                <p:embed/>
              </p:oleObj>
            </a:graphicData>
          </a:graphic>
        </p:graphicFrame>
      </p:grpSp>
      <p:sp>
        <p:nvSpPr>
          <p:cNvPr id="94222" name="Freeform 9"/>
          <p:cNvSpPr>
            <a:spLocks/>
          </p:cNvSpPr>
          <p:nvPr/>
        </p:nvSpPr>
        <p:spPr bwMode="auto">
          <a:xfrm flipV="1">
            <a:off x="4500563" y="3071813"/>
            <a:ext cx="714375" cy="17621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4223" name="Freeform 9"/>
          <p:cNvSpPr>
            <a:spLocks/>
          </p:cNvSpPr>
          <p:nvPr/>
        </p:nvSpPr>
        <p:spPr bwMode="auto">
          <a:xfrm rot="9742484" flipH="1" flipV="1">
            <a:off x="4464050" y="2503488"/>
            <a:ext cx="544513"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4224" name="Freeform 9"/>
          <p:cNvSpPr>
            <a:spLocks/>
          </p:cNvSpPr>
          <p:nvPr/>
        </p:nvSpPr>
        <p:spPr bwMode="auto">
          <a:xfrm rot="1048545" flipV="1">
            <a:off x="4533900" y="4294188"/>
            <a:ext cx="571500" cy="3063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4225" name="Freeform 9"/>
          <p:cNvSpPr>
            <a:spLocks/>
          </p:cNvSpPr>
          <p:nvPr/>
        </p:nvSpPr>
        <p:spPr bwMode="auto">
          <a:xfrm rot="9119726" flipH="1">
            <a:off x="4603750" y="3790950"/>
            <a:ext cx="703263" cy="307975"/>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4226" name="Title 1"/>
          <p:cNvSpPr>
            <a:spLocks/>
          </p:cNvSpPr>
          <p:nvPr/>
        </p:nvSpPr>
        <p:spPr bwMode="auto">
          <a:xfrm>
            <a:off x="611188" y="692150"/>
            <a:ext cx="7772400" cy="747713"/>
          </a:xfrm>
          <a:prstGeom prst="rect">
            <a:avLst/>
          </a:prstGeom>
          <a:noFill/>
          <a:ln w="9525">
            <a:noFill/>
            <a:miter lim="800000"/>
            <a:headEnd/>
            <a:tailEnd/>
          </a:ln>
        </p:spPr>
        <p:txBody>
          <a:bodyPr anchor="ctr">
            <a:prstTxWarp prst="textNoShape">
              <a:avLst/>
            </a:prstTxWarp>
          </a:bodyPr>
          <a:lstStyle/>
          <a:p>
            <a:pPr algn="ctr">
              <a:spcBef>
                <a:spcPct val="0"/>
              </a:spcBef>
              <a:buFontTx/>
              <a:buNone/>
            </a:pPr>
            <a:r>
              <a:rPr lang="en-US" altLang="ko-KR" sz="3600" b="0">
                <a:solidFill>
                  <a:schemeClr val="tx1"/>
                </a:solidFill>
                <a:latin typeface="Calibri" pitchFamily="-28" charset="0"/>
              </a:rPr>
              <a:t>This was the case with electrons…</a:t>
            </a:r>
            <a:endParaRPr lang="en-AU" sz="3600" b="0">
              <a:solidFill>
                <a:schemeClr val="tx1"/>
              </a:solidFill>
              <a:latin typeface="Calibri" pitchFamily="-28" charset="0"/>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5236"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5237"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5238"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5239"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5240"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5241"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95242" name="Group 16"/>
          <p:cNvGrpSpPr>
            <a:grpSpLocks/>
          </p:cNvGrpSpPr>
          <p:nvPr/>
        </p:nvGrpSpPr>
        <p:grpSpPr bwMode="auto">
          <a:xfrm>
            <a:off x="1571625" y="3429000"/>
            <a:ext cx="285750" cy="307975"/>
            <a:chOff x="1928794" y="3357542"/>
            <a:chExt cx="284996" cy="308622"/>
          </a:xfrm>
        </p:grpSpPr>
        <p:sp>
          <p:nvSpPr>
            <p:cNvPr id="95254"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5255"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5256"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95243" name="Freeform 9"/>
          <p:cNvSpPr>
            <a:spLocks/>
          </p:cNvSpPr>
          <p:nvPr/>
        </p:nvSpPr>
        <p:spPr bwMode="auto">
          <a:xfrm>
            <a:off x="6643688" y="2143125"/>
            <a:ext cx="592137" cy="3054350"/>
          </a:xfrm>
          <a:custGeom>
            <a:avLst/>
            <a:gdLst>
              <a:gd name="T0" fmla="*/ 2147483647 w 378"/>
              <a:gd name="T1" fmla="*/ 0 h 1667"/>
              <a:gd name="T2" fmla="*/ 2147483647 w 378"/>
              <a:gd name="T3" fmla="*/ 2147483647 h 1667"/>
              <a:gd name="T4" fmla="*/ 0 w 378"/>
              <a:gd name="T5" fmla="*/ 2147483647 h 1667"/>
              <a:gd name="T6" fmla="*/ 2147483647 w 378"/>
              <a:gd name="T7" fmla="*/ 2147483647 h 1667"/>
              <a:gd name="T8" fmla="*/ 2147483647 w 378"/>
              <a:gd name="T9" fmla="*/ 2147483647 h 1667"/>
              <a:gd name="T10" fmla="*/ 0 60000 65536"/>
              <a:gd name="T11" fmla="*/ 0 60000 65536"/>
              <a:gd name="T12" fmla="*/ 0 60000 65536"/>
              <a:gd name="T13" fmla="*/ 0 60000 65536"/>
              <a:gd name="T14" fmla="*/ 0 60000 65536"/>
              <a:gd name="T15" fmla="*/ 0 w 378"/>
              <a:gd name="T16" fmla="*/ 0 h 1667"/>
              <a:gd name="T17" fmla="*/ 378 w 378"/>
              <a:gd name="T18" fmla="*/ 1667 h 1667"/>
            </a:gdLst>
            <a:ahLst/>
            <a:cxnLst>
              <a:cxn ang="T10">
                <a:pos x="T0" y="T1"/>
              </a:cxn>
              <a:cxn ang="T11">
                <a:pos x="T2" y="T3"/>
              </a:cxn>
              <a:cxn ang="T12">
                <a:pos x="T4" y="T5"/>
              </a:cxn>
              <a:cxn ang="T13">
                <a:pos x="T6" y="T7"/>
              </a:cxn>
              <a:cxn ang="T14">
                <a:pos x="T8" y="T9"/>
              </a:cxn>
            </a:cxnLst>
            <a:rect l="T15" t="T16" r="T17" b="T18"/>
            <a:pathLst>
              <a:path w="378" h="1667">
                <a:moveTo>
                  <a:pt x="340" y="0"/>
                </a:moveTo>
                <a:cubicBezTo>
                  <a:pt x="309" y="30"/>
                  <a:pt x="254" y="197"/>
                  <a:pt x="197" y="334"/>
                </a:cubicBezTo>
                <a:cubicBezTo>
                  <a:pt x="140" y="471"/>
                  <a:pt x="14" y="698"/>
                  <a:pt x="0" y="820"/>
                </a:cubicBezTo>
                <a:cubicBezTo>
                  <a:pt x="11" y="987"/>
                  <a:pt x="184" y="1193"/>
                  <a:pt x="261" y="1334"/>
                </a:cubicBezTo>
                <a:cubicBezTo>
                  <a:pt x="260" y="1398"/>
                  <a:pt x="378" y="1631"/>
                  <a:pt x="374"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95244" name="Picture 4" descr="C:\Documents and Settings\Jeong\Desktop\bw01.jpg"/>
          <p:cNvPicPr>
            <a:picLocks noChangeAspect="1" noChangeArrowheads="1"/>
          </p:cNvPicPr>
          <p:nvPr/>
        </p:nvPicPr>
        <p:blipFill>
          <a:blip r:embed="rId3"/>
          <a:srcRect/>
          <a:stretch>
            <a:fillRect/>
          </a:stretch>
        </p:blipFill>
        <p:spPr bwMode="auto">
          <a:xfrm>
            <a:off x="500063" y="3500438"/>
            <a:ext cx="1000125" cy="806450"/>
          </a:xfrm>
          <a:prstGeom prst="rect">
            <a:avLst/>
          </a:prstGeom>
          <a:noFill/>
          <a:ln w="9525">
            <a:noFill/>
            <a:miter lim="800000"/>
            <a:headEnd/>
            <a:tailEnd/>
          </a:ln>
        </p:spPr>
      </p:pic>
      <p:grpSp>
        <p:nvGrpSpPr>
          <p:cNvPr id="95245" name="Group 17"/>
          <p:cNvGrpSpPr>
            <a:grpSpLocks/>
          </p:cNvGrpSpPr>
          <p:nvPr/>
        </p:nvGrpSpPr>
        <p:grpSpPr bwMode="auto">
          <a:xfrm>
            <a:off x="4000500" y="2500313"/>
            <a:ext cx="446088" cy="2000250"/>
            <a:chOff x="4000496" y="2500306"/>
            <a:chExt cx="446088" cy="2000262"/>
          </a:xfrm>
        </p:grpSpPr>
        <p:sp>
          <p:nvSpPr>
            <p:cNvPr id="95253"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95234" name="Object 3"/>
            <p:cNvGraphicFramePr>
              <a:graphicFrameLocks noChangeAspect="1"/>
            </p:cNvGraphicFramePr>
            <p:nvPr/>
          </p:nvGraphicFramePr>
          <p:xfrm>
            <a:off x="4071934" y="2500306"/>
            <a:ext cx="241300" cy="338137"/>
          </p:xfrm>
          <a:graphic>
            <a:graphicData uri="http://schemas.openxmlformats.org/presentationml/2006/ole">
              <p:oleObj spid="_x0000_s95234" name="Equation" r:id="rId4" imgW="88560" imgH="164880" progId="Equation.DSMT4">
                <p:embed/>
              </p:oleObj>
            </a:graphicData>
          </a:graphic>
        </p:graphicFrame>
        <p:graphicFrame>
          <p:nvGraphicFramePr>
            <p:cNvPr id="95235" name="Object 19"/>
            <p:cNvGraphicFramePr>
              <a:graphicFrameLocks noChangeAspect="1"/>
            </p:cNvGraphicFramePr>
            <p:nvPr/>
          </p:nvGraphicFramePr>
          <p:xfrm>
            <a:off x="4000496" y="4143380"/>
            <a:ext cx="446088" cy="357188"/>
          </p:xfrm>
          <a:graphic>
            <a:graphicData uri="http://schemas.openxmlformats.org/presentationml/2006/ole">
              <p:oleObj spid="_x0000_s95235" name="Equation" r:id="rId5" imgW="126720" imgH="164880" progId="Equation.DSMT4">
                <p:embed/>
              </p:oleObj>
            </a:graphicData>
          </a:graphic>
        </p:graphicFrame>
      </p:grpSp>
      <p:sp>
        <p:nvSpPr>
          <p:cNvPr id="95246" name="Freeform 9"/>
          <p:cNvSpPr>
            <a:spLocks/>
          </p:cNvSpPr>
          <p:nvPr/>
        </p:nvSpPr>
        <p:spPr bwMode="auto">
          <a:xfrm rot="1048545" flipV="1">
            <a:off x="4533900" y="4294188"/>
            <a:ext cx="571500" cy="3063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5247" name="Freeform 9"/>
          <p:cNvSpPr>
            <a:spLocks/>
          </p:cNvSpPr>
          <p:nvPr/>
        </p:nvSpPr>
        <p:spPr bwMode="auto">
          <a:xfrm rot="9119726" flipH="1">
            <a:off x="4603750" y="3790950"/>
            <a:ext cx="703263" cy="307975"/>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5248" name="Freeform 9"/>
          <p:cNvSpPr>
            <a:spLocks/>
          </p:cNvSpPr>
          <p:nvPr/>
        </p:nvSpPr>
        <p:spPr bwMode="auto">
          <a:xfrm flipV="1">
            <a:off x="4500563" y="3071813"/>
            <a:ext cx="714375" cy="17621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5249" name="Freeform 9"/>
          <p:cNvSpPr>
            <a:spLocks/>
          </p:cNvSpPr>
          <p:nvPr/>
        </p:nvSpPr>
        <p:spPr bwMode="auto">
          <a:xfrm rot="9742484" flipH="1" flipV="1">
            <a:off x="4464050" y="2503488"/>
            <a:ext cx="544513"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411671" name="Rectangle 23"/>
          <p:cNvSpPr>
            <a:spLocks/>
          </p:cNvSpPr>
          <p:nvPr/>
        </p:nvSpPr>
        <p:spPr bwMode="auto">
          <a:xfrm>
            <a:off x="611188" y="5373688"/>
            <a:ext cx="8280400" cy="935037"/>
          </a:xfrm>
          <a:prstGeom prst="rect">
            <a:avLst/>
          </a:prstGeom>
          <a:noFill/>
          <a:ln w="9525">
            <a:noFill/>
            <a:miter lim="800000"/>
            <a:headEnd/>
            <a:tailEnd/>
          </a:ln>
        </p:spPr>
        <p:txBody>
          <a:bodyPr>
            <a:prstTxWarp prst="textNoShape">
              <a:avLst/>
            </a:prstTxWarp>
          </a:bodyPr>
          <a:lstStyle/>
          <a:p>
            <a:pPr marL="342900" indent="-342900" eaLnBrk="0" hangingPunct="0">
              <a:buFontTx/>
              <a:buNone/>
            </a:pPr>
            <a:r>
              <a:rPr lang="en-US" altLang="ko-KR" sz="2800">
                <a:solidFill>
                  <a:schemeClr val="tx1"/>
                </a:solidFill>
                <a:latin typeface="Calibri" pitchFamily="-28" charset="0"/>
              </a:rPr>
              <a:t>    How does a classical world appear from the laws of quantum physics?</a:t>
            </a:r>
          </a:p>
        </p:txBody>
      </p:sp>
      <p:pic>
        <p:nvPicPr>
          <p:cNvPr id="95251" name="Picture 25"/>
          <p:cNvPicPr>
            <a:picLocks noChangeAspect="1" noChangeArrowheads="1"/>
          </p:cNvPicPr>
          <p:nvPr/>
        </p:nvPicPr>
        <p:blipFill>
          <a:blip r:embed="rId6"/>
          <a:srcRect/>
          <a:stretch>
            <a:fillRect/>
          </a:stretch>
        </p:blipFill>
        <p:spPr bwMode="auto">
          <a:xfrm flipV="1">
            <a:off x="6948488" y="476250"/>
            <a:ext cx="719137" cy="287338"/>
          </a:xfrm>
          <a:prstGeom prst="rect">
            <a:avLst/>
          </a:prstGeom>
          <a:noFill/>
          <a:ln w="12700">
            <a:noFill/>
            <a:miter lim="800000"/>
            <a:headEnd type="none" w="lg" len="lg"/>
            <a:tailEnd type="none" w="lg" len="lg"/>
          </a:ln>
        </p:spPr>
      </p:pic>
      <p:sp>
        <p:nvSpPr>
          <p:cNvPr id="95252" name="Rectangle 26"/>
          <p:cNvSpPr>
            <a:spLocks/>
          </p:cNvSpPr>
          <p:nvPr/>
        </p:nvSpPr>
        <p:spPr bwMode="auto">
          <a:xfrm>
            <a:off x="457200" y="274638"/>
            <a:ext cx="8229600" cy="1143000"/>
          </a:xfrm>
          <a:prstGeom prst="rect">
            <a:avLst/>
          </a:prstGeom>
          <a:noFill/>
          <a:ln w="9525">
            <a:noFill/>
            <a:miter lim="800000"/>
            <a:headEnd/>
            <a:tailEnd/>
          </a:ln>
        </p:spPr>
        <p:txBody>
          <a:bodyPr anchor="ctr">
            <a:prstTxWarp prst="textNoShape">
              <a:avLst/>
            </a:prstTxWarp>
          </a:bodyPr>
          <a:lstStyle/>
          <a:p>
            <a:pPr algn="ctr" eaLnBrk="0" hangingPunct="0">
              <a:spcBef>
                <a:spcPct val="0"/>
              </a:spcBef>
              <a:buFontTx/>
              <a:buNone/>
            </a:pPr>
            <a:r>
              <a:rPr lang="en-US" altLang="ko-KR" sz="4400">
                <a:latin typeface="Calibri" pitchFamily="-28" charset="0"/>
              </a:rPr>
              <a:t>Problem 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grpId="0" nodeType="clickEffect">
                                  <p:stCondLst>
                                    <p:cond delay="0"/>
                                  </p:stCondLst>
                                  <p:childTnLst>
                                    <p:anim calcmode="discrete" valueType="str">
                                      <p:cBhvr>
                                        <p:cTn id="6" dur="1000" fill="hold"/>
                                        <p:tgtEl>
                                          <p:spTgt spid="41167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71" grpId="0"/>
    </p:bld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2" name="Group 12"/>
          <p:cNvGrpSpPr>
            <a:grpSpLocks/>
          </p:cNvGrpSpPr>
          <p:nvPr/>
        </p:nvGrpSpPr>
        <p:grpSpPr bwMode="auto">
          <a:xfrm>
            <a:off x="2700338" y="5270500"/>
            <a:ext cx="4073525" cy="815975"/>
            <a:chOff x="1655" y="3365"/>
            <a:chExt cx="2566" cy="514"/>
          </a:xfrm>
        </p:grpSpPr>
        <p:graphicFrame>
          <p:nvGraphicFramePr>
            <p:cNvPr id="96259" name="Object 4"/>
            <p:cNvGraphicFramePr>
              <a:graphicFrameLocks noChangeAspect="1"/>
            </p:cNvGraphicFramePr>
            <p:nvPr/>
          </p:nvGraphicFramePr>
          <p:xfrm>
            <a:off x="1655" y="3365"/>
            <a:ext cx="2208" cy="514"/>
          </p:xfrm>
          <a:graphic>
            <a:graphicData uri="http://schemas.openxmlformats.org/presentationml/2006/ole">
              <p:oleObj spid="_x0000_s96259" name="Equation" r:id="rId3" imgW="1638300" imgH="381000" progId="Equation.3">
                <p:embed/>
              </p:oleObj>
            </a:graphicData>
          </a:graphic>
        </p:graphicFrame>
        <p:sp>
          <p:nvSpPr>
            <p:cNvPr id="96268" name="Rectangle 8"/>
            <p:cNvSpPr>
              <a:spLocks noChangeArrowheads="1"/>
            </p:cNvSpPr>
            <p:nvPr/>
          </p:nvSpPr>
          <p:spPr bwMode="auto">
            <a:xfrm>
              <a:off x="3959" y="3387"/>
              <a:ext cx="262" cy="407"/>
            </a:xfrm>
            <a:prstGeom prst="rect">
              <a:avLst/>
            </a:prstGeom>
            <a:noFill/>
            <a:ln w="22225">
              <a:noFill/>
              <a:miter lim="800000"/>
              <a:headEnd/>
              <a:tailEnd/>
            </a:ln>
          </p:spPr>
          <p:txBody>
            <a:bodyPr wrap="none">
              <a:prstTxWarp prst="textNoShape">
                <a:avLst/>
              </a:prstTxWarp>
              <a:spAutoFit/>
            </a:bodyPr>
            <a:lstStyle/>
            <a:p>
              <a:pPr>
                <a:buFontTx/>
                <a:buNone/>
              </a:pPr>
              <a:r>
                <a:rPr lang="en-GB" altLang="ko-KR" sz="3600">
                  <a:solidFill>
                    <a:schemeClr val="tx1"/>
                  </a:solidFill>
                  <a:latin typeface="Times New Roman" pitchFamily="-28" charset="0"/>
                </a:rPr>
                <a:t>?</a:t>
              </a:r>
            </a:p>
          </p:txBody>
        </p:sp>
      </p:grpSp>
      <p:grpSp>
        <p:nvGrpSpPr>
          <p:cNvPr id="3" name="Group 5"/>
          <p:cNvGrpSpPr>
            <a:grpSpLocks/>
          </p:cNvGrpSpPr>
          <p:nvPr/>
        </p:nvGrpSpPr>
        <p:grpSpPr bwMode="auto">
          <a:xfrm>
            <a:off x="2895600" y="3811588"/>
            <a:ext cx="3636963" cy="1265237"/>
            <a:chOff x="1825" y="2392"/>
            <a:chExt cx="2132" cy="683"/>
          </a:xfrm>
        </p:grpSpPr>
        <p:sp>
          <p:nvSpPr>
            <p:cNvPr id="96266" name="Rectangle 7"/>
            <p:cNvSpPr>
              <a:spLocks noChangeArrowheads="1"/>
            </p:cNvSpPr>
            <p:nvPr/>
          </p:nvSpPr>
          <p:spPr bwMode="auto">
            <a:xfrm>
              <a:off x="1914" y="2644"/>
              <a:ext cx="1951" cy="282"/>
            </a:xfrm>
            <a:prstGeom prst="rect">
              <a:avLst/>
            </a:prstGeom>
            <a:noFill/>
            <a:ln w="22225">
              <a:noFill/>
              <a:miter lim="800000"/>
              <a:headEnd/>
              <a:tailEnd/>
            </a:ln>
          </p:spPr>
          <p:txBody>
            <a:bodyPr>
              <a:prstTxWarp prst="textNoShape">
                <a:avLst/>
              </a:prstTxWarp>
              <a:spAutoFit/>
            </a:bodyPr>
            <a:lstStyle/>
            <a:p>
              <a:pPr>
                <a:buFontTx/>
                <a:buNone/>
              </a:pPr>
              <a:r>
                <a:rPr lang="en-US" altLang="ko-KR" sz="2800" b="0">
                  <a:solidFill>
                    <a:srgbClr val="FF0000"/>
                  </a:solidFill>
                  <a:latin typeface="휴먼편지체" pitchFamily="18" charset="-127"/>
                  <a:ea typeface="휴먼편지체" pitchFamily="18" charset="-127"/>
                  <a:cs typeface="휴먼편지체" pitchFamily="18" charset="-127"/>
                </a:rPr>
                <a:t>What about a cat</a:t>
              </a:r>
              <a:r>
                <a:rPr lang="en-GB" altLang="ko-KR" sz="2800" b="0">
                  <a:solidFill>
                    <a:srgbClr val="FF0000"/>
                  </a:solidFill>
                  <a:latin typeface="휴먼편지체" pitchFamily="18" charset="-127"/>
                  <a:ea typeface="휴먼편지체" pitchFamily="18" charset="-127"/>
                  <a:cs typeface="휴먼편지체" pitchFamily="18" charset="-127"/>
                </a:rPr>
                <a:t>??</a:t>
              </a:r>
              <a:endParaRPr lang="ko-KR" altLang="en-US" sz="2800" b="0">
                <a:solidFill>
                  <a:srgbClr val="FF0000"/>
                </a:solidFill>
                <a:latin typeface="휴먼편지체" pitchFamily="18" charset="-127"/>
                <a:ea typeface="휴먼편지체" pitchFamily="18" charset="-127"/>
                <a:cs typeface="휴먼편지체" pitchFamily="18" charset="-127"/>
              </a:endParaRPr>
            </a:p>
          </p:txBody>
        </p:sp>
        <p:sp>
          <p:nvSpPr>
            <p:cNvPr id="96267" name="Freeform 9"/>
            <p:cNvSpPr>
              <a:spLocks/>
            </p:cNvSpPr>
            <p:nvPr/>
          </p:nvSpPr>
          <p:spPr bwMode="auto">
            <a:xfrm>
              <a:off x="1825" y="2392"/>
              <a:ext cx="2132" cy="683"/>
            </a:xfrm>
            <a:custGeom>
              <a:avLst/>
              <a:gdLst>
                <a:gd name="T0" fmla="*/ 2147483647 w 1838"/>
                <a:gd name="T1" fmla="*/ 1064534128 h 863"/>
                <a:gd name="T2" fmla="*/ 2147483647 w 1838"/>
                <a:gd name="T3" fmla="*/ 1064534128 h 863"/>
                <a:gd name="T4" fmla="*/ 2147483647 w 1838"/>
                <a:gd name="T5" fmla="*/ 1064534128 h 863"/>
                <a:gd name="T6" fmla="*/ 2147483647 w 1838"/>
                <a:gd name="T7" fmla="*/ 1064534128 h 863"/>
                <a:gd name="T8" fmla="*/ 2147483647 w 1838"/>
                <a:gd name="T9" fmla="*/ 1064534128 h 863"/>
                <a:gd name="T10" fmla="*/ 2147483647 w 1838"/>
                <a:gd name="T11" fmla="*/ 1064534128 h 863"/>
                <a:gd name="T12" fmla="*/ 2147483647 w 1838"/>
                <a:gd name="T13" fmla="*/ 1064534128 h 863"/>
                <a:gd name="T14" fmla="*/ 2147483647 w 1838"/>
                <a:gd name="T15" fmla="*/ 1064534128 h 863"/>
                <a:gd name="T16" fmla="*/ 2147483647 w 1838"/>
                <a:gd name="T17" fmla="*/ 1064534128 h 863"/>
                <a:gd name="T18" fmla="*/ 2147483647 w 1838"/>
                <a:gd name="T19" fmla="*/ 1064534128 h 863"/>
                <a:gd name="T20" fmla="*/ 2147483647 w 1838"/>
                <a:gd name="T21" fmla="*/ 1064534128 h 863"/>
                <a:gd name="T22" fmla="*/ 2147483647 w 1838"/>
                <a:gd name="T23" fmla="*/ 1064534128 h 863"/>
                <a:gd name="T24" fmla="*/ 2147483647 w 1838"/>
                <a:gd name="T25" fmla="*/ 1064534128 h 8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38"/>
                <a:gd name="T40" fmla="*/ 0 h 863"/>
                <a:gd name="T41" fmla="*/ 1838 w 1838"/>
                <a:gd name="T42" fmla="*/ 863 h 86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38" h="863">
                  <a:moveTo>
                    <a:pt x="653" y="235"/>
                  </a:moveTo>
                  <a:cubicBezTo>
                    <a:pt x="585" y="257"/>
                    <a:pt x="435" y="257"/>
                    <a:pt x="337" y="285"/>
                  </a:cubicBezTo>
                  <a:cubicBezTo>
                    <a:pt x="239" y="314"/>
                    <a:pt x="108" y="328"/>
                    <a:pt x="65" y="403"/>
                  </a:cubicBezTo>
                  <a:cubicBezTo>
                    <a:pt x="22" y="478"/>
                    <a:pt x="0" y="661"/>
                    <a:pt x="81" y="735"/>
                  </a:cubicBezTo>
                  <a:cubicBezTo>
                    <a:pt x="162" y="809"/>
                    <a:pt x="366" y="833"/>
                    <a:pt x="553" y="848"/>
                  </a:cubicBezTo>
                  <a:cubicBezTo>
                    <a:pt x="740" y="863"/>
                    <a:pt x="1002" y="854"/>
                    <a:pt x="1201" y="827"/>
                  </a:cubicBezTo>
                  <a:cubicBezTo>
                    <a:pt x="1400" y="800"/>
                    <a:pt x="1652" y="761"/>
                    <a:pt x="1745" y="688"/>
                  </a:cubicBezTo>
                  <a:cubicBezTo>
                    <a:pt x="1838" y="615"/>
                    <a:pt x="1791" y="456"/>
                    <a:pt x="1759" y="387"/>
                  </a:cubicBezTo>
                  <a:cubicBezTo>
                    <a:pt x="1727" y="318"/>
                    <a:pt x="1691" y="307"/>
                    <a:pt x="1551" y="277"/>
                  </a:cubicBezTo>
                  <a:cubicBezTo>
                    <a:pt x="1411" y="246"/>
                    <a:pt x="1057" y="246"/>
                    <a:pt x="919" y="201"/>
                  </a:cubicBezTo>
                  <a:cubicBezTo>
                    <a:pt x="781" y="156"/>
                    <a:pt x="752" y="16"/>
                    <a:pt x="724" y="8"/>
                  </a:cubicBezTo>
                  <a:cubicBezTo>
                    <a:pt x="696" y="0"/>
                    <a:pt x="760" y="113"/>
                    <a:pt x="748" y="151"/>
                  </a:cubicBezTo>
                  <a:cubicBezTo>
                    <a:pt x="736" y="189"/>
                    <a:pt x="721" y="213"/>
                    <a:pt x="653" y="235"/>
                  </a:cubicBezTo>
                  <a:close/>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tLang="ko-KR">
                <a:latin typeface="Times New Roman" pitchFamily="-28" charset="0"/>
              </a:endParaRPr>
            </a:p>
            <a:p>
              <a:endParaRPr lang="en-AU" altLang="ko-KR">
                <a:latin typeface="Times New Roman" pitchFamily="-28" charset="0"/>
              </a:endParaRPr>
            </a:p>
            <a:p>
              <a:endParaRPr lang="en-AU" altLang="ko-KR">
                <a:latin typeface="Times New Roman" pitchFamily="-28" charset="0"/>
              </a:endParaRPr>
            </a:p>
            <a:p>
              <a:endParaRPr lang="en-AU" altLang="ko-KR">
                <a:latin typeface="Times New Roman" pitchFamily="-28" charset="0"/>
              </a:endParaRPr>
            </a:p>
          </p:txBody>
        </p:sp>
      </p:grpSp>
      <p:graphicFrame>
        <p:nvGraphicFramePr>
          <p:cNvPr id="413704" name="Object 2">
            <a:hlinkClick r:id="" action="ppaction://ole?verb=0"/>
          </p:cNvPr>
          <p:cNvGraphicFramePr>
            <a:graphicFrameLocks/>
          </p:cNvGraphicFramePr>
          <p:nvPr/>
        </p:nvGraphicFramePr>
        <p:xfrm>
          <a:off x="900113" y="1916113"/>
          <a:ext cx="1371600" cy="1219200"/>
        </p:xfrm>
        <a:graphic>
          <a:graphicData uri="http://schemas.openxmlformats.org/presentationml/2006/ole">
            <p:oleObj spid="_x0000_s96258" name="Microsoft ClipArt Gallery" r:id="rId4" imgW="4431960" imgH="4317840" progId="MS_ClipArt_Gallery">
              <p:embed/>
            </p:oleObj>
          </a:graphicData>
        </a:graphic>
      </p:graphicFrame>
      <p:pic>
        <p:nvPicPr>
          <p:cNvPr id="413705" name="Picture 9" descr="NR712-Warhol~Red-Cat-from-Twenty-Five-Cats-Posters"/>
          <p:cNvPicPr>
            <a:picLocks noChangeAspect="1" noChangeArrowheads="1"/>
          </p:cNvPicPr>
          <p:nvPr/>
        </p:nvPicPr>
        <p:blipFill>
          <a:blip r:embed="rId5"/>
          <a:srcRect/>
          <a:stretch>
            <a:fillRect/>
          </a:stretch>
        </p:blipFill>
        <p:spPr bwMode="auto">
          <a:xfrm>
            <a:off x="6227763" y="1484313"/>
            <a:ext cx="2044700" cy="2736850"/>
          </a:xfrm>
          <a:prstGeom prst="rect">
            <a:avLst/>
          </a:prstGeom>
          <a:noFill/>
          <a:ln w="9525">
            <a:noFill/>
            <a:miter lim="800000"/>
            <a:headEnd/>
            <a:tailEnd/>
          </a:ln>
        </p:spPr>
      </p:pic>
      <p:grpSp>
        <p:nvGrpSpPr>
          <p:cNvPr id="4" name="Group 10"/>
          <p:cNvGrpSpPr>
            <a:grpSpLocks/>
          </p:cNvGrpSpPr>
          <p:nvPr/>
        </p:nvGrpSpPr>
        <p:grpSpPr bwMode="auto">
          <a:xfrm>
            <a:off x="3492500" y="714375"/>
            <a:ext cx="1841500" cy="3001963"/>
            <a:chOff x="2200" y="450"/>
            <a:chExt cx="1160" cy="1891"/>
          </a:xfrm>
        </p:grpSpPr>
        <p:sp>
          <p:nvSpPr>
            <p:cNvPr id="96264" name="Rectangle 6"/>
            <p:cNvSpPr>
              <a:spLocks noChangeArrowheads="1"/>
            </p:cNvSpPr>
            <p:nvPr/>
          </p:nvSpPr>
          <p:spPr bwMode="auto">
            <a:xfrm>
              <a:off x="2205" y="450"/>
              <a:ext cx="1155" cy="252"/>
            </a:xfrm>
            <a:prstGeom prst="rect">
              <a:avLst/>
            </a:prstGeom>
            <a:noFill/>
            <a:ln w="22225">
              <a:noFill/>
              <a:miter lim="800000"/>
              <a:headEnd/>
              <a:tailEnd/>
            </a:ln>
          </p:spPr>
          <p:txBody>
            <a:bodyPr wrap="none">
              <a:prstTxWarp prst="textNoShape">
                <a:avLst/>
              </a:prstTxWarp>
              <a:spAutoFit/>
            </a:bodyPr>
            <a:lstStyle/>
            <a:p>
              <a:pPr>
                <a:buFontTx/>
                <a:buNone/>
              </a:pPr>
              <a:r>
                <a:rPr lang="en-GB" altLang="ko-KR" sz="2000">
                  <a:latin typeface="Times New Roman" pitchFamily="-28" charset="0"/>
                </a:rPr>
                <a:t>E. Schr</a:t>
              </a:r>
              <a:r>
                <a:rPr lang="en-US" altLang="ko-KR" sz="2000">
                  <a:latin typeface="Times New Roman" pitchFamily="-28" charset="0"/>
                </a:rPr>
                <a:t>ö</a:t>
              </a:r>
              <a:r>
                <a:rPr lang="en-GB" altLang="ko-KR" sz="2000">
                  <a:latin typeface="Times New Roman" pitchFamily="-28" charset="0"/>
                </a:rPr>
                <a:t>dinger</a:t>
              </a:r>
            </a:p>
          </p:txBody>
        </p:sp>
        <p:pic>
          <p:nvPicPr>
            <p:cNvPr id="96265" name="Picture 12" descr="ischron001p1"/>
            <p:cNvPicPr>
              <a:picLocks noChangeAspect="1" noChangeArrowheads="1"/>
            </p:cNvPicPr>
            <p:nvPr/>
          </p:nvPicPr>
          <p:blipFill>
            <a:blip r:embed="rId6"/>
            <a:srcRect/>
            <a:stretch>
              <a:fillRect/>
            </a:stretch>
          </p:blipFill>
          <p:spPr bwMode="auto">
            <a:xfrm>
              <a:off x="2200" y="754"/>
              <a:ext cx="1148" cy="1587"/>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37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37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7289" name="Rectangle 2"/>
          <p:cNvSpPr>
            <a:spLocks noChangeArrowheads="1"/>
          </p:cNvSpPr>
          <p:nvPr/>
        </p:nvSpPr>
        <p:spPr bwMode="auto">
          <a:xfrm>
            <a:off x="1692275" y="188913"/>
            <a:ext cx="5408613" cy="646112"/>
          </a:xfrm>
          <a:prstGeom prst="rect">
            <a:avLst/>
          </a:prstGeom>
          <a:noFill/>
          <a:ln w="22225">
            <a:noFill/>
            <a:miter lim="800000"/>
            <a:headEnd/>
            <a:tailEnd/>
          </a:ln>
        </p:spPr>
        <p:txBody>
          <a:bodyPr wrap="none">
            <a:prstTxWarp prst="textNoShape">
              <a:avLst/>
            </a:prstTxWarp>
            <a:spAutoFit/>
          </a:bodyPr>
          <a:lstStyle/>
          <a:p>
            <a:pPr>
              <a:spcBef>
                <a:spcPct val="0"/>
              </a:spcBef>
              <a:buFontTx/>
              <a:buNone/>
            </a:pPr>
            <a:r>
              <a:rPr lang="en-US" altLang="ko-KR" sz="3600">
                <a:latin typeface="Times New Roman" pitchFamily="-28" charset="0"/>
              </a:rPr>
              <a:t>Schr</a:t>
            </a:r>
            <a:r>
              <a:rPr lang="en-US" altLang="ko-KR" sz="3600">
                <a:latin typeface="Times New Roman" pitchFamily="-28" charset="0"/>
                <a:ea typeface="바탕" pitchFamily="-28" charset="-127"/>
                <a:cs typeface="바탕" pitchFamily="-28" charset="-127"/>
              </a:rPr>
              <a:t>ö</a:t>
            </a:r>
            <a:r>
              <a:rPr lang="en-US" altLang="ko-KR" sz="3600">
                <a:latin typeface="Times New Roman" pitchFamily="-28" charset="0"/>
              </a:rPr>
              <a:t>dinger’s</a:t>
            </a:r>
            <a:r>
              <a:rPr lang="ko-KR" altLang="en-US" sz="3600">
                <a:latin typeface="Times New Roman" pitchFamily="-28" charset="0"/>
              </a:rPr>
              <a:t> </a:t>
            </a:r>
            <a:r>
              <a:rPr lang="en-US" altLang="ko-KR" sz="3600">
                <a:latin typeface="Times New Roman" pitchFamily="-28" charset="0"/>
              </a:rPr>
              <a:t>cat paradox</a:t>
            </a:r>
          </a:p>
        </p:txBody>
      </p:sp>
      <p:grpSp>
        <p:nvGrpSpPr>
          <p:cNvPr id="97290" name="Group 9"/>
          <p:cNvGrpSpPr>
            <a:grpSpLocks/>
          </p:cNvGrpSpPr>
          <p:nvPr/>
        </p:nvGrpSpPr>
        <p:grpSpPr bwMode="auto">
          <a:xfrm>
            <a:off x="2044700" y="803275"/>
            <a:ext cx="4706938" cy="366713"/>
            <a:chOff x="0" y="0"/>
            <a:chExt cx="2700" cy="41802"/>
          </a:xfrm>
        </p:grpSpPr>
        <p:sp>
          <p:nvSpPr>
            <p:cNvPr id="97299" name="Rectangle 10"/>
            <p:cNvSpPr>
              <a:spLocks noChangeArrowheads="1"/>
            </p:cNvSpPr>
            <p:nvPr/>
          </p:nvSpPr>
          <p:spPr bwMode="auto">
            <a:xfrm>
              <a:off x="0" y="0"/>
              <a:ext cx="2700" cy="0"/>
            </a:xfrm>
            <a:prstGeom prst="rect">
              <a:avLst/>
            </a:prstGeom>
            <a:noFill/>
            <a:ln w="22225">
              <a:noFill/>
              <a:miter lim="800000"/>
              <a:headEnd/>
              <a:tailEnd/>
            </a:ln>
          </p:spPr>
          <p:txBody>
            <a:bodyPr>
              <a:prstTxWarp prst="textNoShape">
                <a:avLst/>
              </a:prstTxWarp>
              <a:spAutoFit/>
            </a:bodyPr>
            <a:lstStyle/>
            <a:p>
              <a:pPr>
                <a:buFontTx/>
                <a:buNone/>
              </a:pPr>
              <a:endParaRPr lang="en-AU" sz="2000" b="0">
                <a:solidFill>
                  <a:srgbClr val="000000"/>
                </a:solidFill>
                <a:latin typeface="Times New Roman" pitchFamily="-28" charset="0"/>
              </a:endParaRPr>
            </a:p>
          </p:txBody>
        </p:sp>
        <p:sp>
          <p:nvSpPr>
            <p:cNvPr id="97300" name="Rectangle 11"/>
            <p:cNvSpPr>
              <a:spLocks noChangeArrowheads="1"/>
            </p:cNvSpPr>
            <p:nvPr/>
          </p:nvSpPr>
          <p:spPr bwMode="auto">
            <a:xfrm>
              <a:off x="0" y="0"/>
              <a:ext cx="2700" cy="41802"/>
            </a:xfrm>
            <a:prstGeom prst="rect">
              <a:avLst/>
            </a:prstGeom>
            <a:noFill/>
            <a:ln w="22225">
              <a:noFill/>
              <a:miter lim="800000"/>
              <a:headEnd/>
              <a:tailEnd/>
            </a:ln>
          </p:spPr>
          <p:txBody>
            <a:bodyPr>
              <a:prstTxWarp prst="textNoShape">
                <a:avLst/>
              </a:prstTxWarp>
              <a:spAutoFit/>
            </a:bodyPr>
            <a:lstStyle/>
            <a:p>
              <a:pPr>
                <a:spcBef>
                  <a:spcPct val="0"/>
                </a:spcBef>
                <a:buFontTx/>
                <a:buNone/>
              </a:pPr>
              <a:r>
                <a:rPr lang="en-GB" altLang="ko-KR" sz="1800" b="0">
                  <a:solidFill>
                    <a:schemeClr val="tx1"/>
                  </a:solidFill>
                  <a:latin typeface="Times New Roman" pitchFamily="-28" charset="0"/>
                </a:rPr>
                <a:t>E. Schr</a:t>
              </a:r>
              <a:r>
                <a:rPr lang="en-US" altLang="ko-KR" sz="1800" b="0">
                  <a:solidFill>
                    <a:schemeClr val="tx1"/>
                  </a:solidFill>
                  <a:latin typeface="Times New Roman" pitchFamily="-28" charset="0"/>
                </a:rPr>
                <a:t>ö</a:t>
              </a:r>
              <a:r>
                <a:rPr lang="en-GB" altLang="ko-KR" sz="1800" b="0">
                  <a:solidFill>
                    <a:schemeClr val="tx1"/>
                  </a:solidFill>
                  <a:latin typeface="Times New Roman" pitchFamily="-28" charset="0"/>
                </a:rPr>
                <a:t>dinger, </a:t>
              </a:r>
              <a:r>
                <a:rPr lang="en-GB" altLang="ko-KR" sz="1800" b="0" i="1">
                  <a:solidFill>
                    <a:schemeClr val="tx1"/>
                  </a:solidFill>
                  <a:latin typeface="Times New Roman" pitchFamily="-28" charset="0"/>
                </a:rPr>
                <a:t>Naturwissenschaftern</a:t>
              </a:r>
              <a:r>
                <a:rPr lang="en-GB" altLang="ko-KR" sz="1800" b="0">
                  <a:solidFill>
                    <a:schemeClr val="tx1"/>
                  </a:solidFill>
                  <a:latin typeface="Times New Roman" pitchFamily="-28" charset="0"/>
                </a:rPr>
                <a:t>. 23 (1935)</a:t>
              </a:r>
            </a:p>
          </p:txBody>
        </p:sp>
      </p:grpSp>
      <p:pic>
        <p:nvPicPr>
          <p:cNvPr id="97291" name="Picture 6" descr="Katze"/>
          <p:cNvPicPr>
            <a:picLocks noChangeAspect="1" noChangeArrowheads="1"/>
          </p:cNvPicPr>
          <p:nvPr/>
        </p:nvPicPr>
        <p:blipFill>
          <a:blip r:embed="rId3"/>
          <a:srcRect/>
          <a:stretch>
            <a:fillRect/>
          </a:stretch>
        </p:blipFill>
        <p:spPr bwMode="auto">
          <a:xfrm>
            <a:off x="1763713" y="1270000"/>
            <a:ext cx="5111750" cy="2557463"/>
          </a:xfrm>
          <a:prstGeom prst="rect">
            <a:avLst/>
          </a:prstGeom>
          <a:noFill/>
          <a:ln w="9525">
            <a:noFill/>
            <a:miter lim="800000"/>
            <a:headEnd/>
            <a:tailEnd/>
          </a:ln>
        </p:spPr>
      </p:pic>
      <p:graphicFrame>
        <p:nvGraphicFramePr>
          <p:cNvPr id="97282" name="Object 3"/>
          <p:cNvGraphicFramePr>
            <a:graphicFrameLocks noChangeAspect="1"/>
          </p:cNvGraphicFramePr>
          <p:nvPr/>
        </p:nvGraphicFramePr>
        <p:xfrm>
          <a:off x="5440363" y="3157538"/>
          <a:ext cx="709612" cy="327025"/>
        </p:xfrm>
        <a:graphic>
          <a:graphicData uri="http://schemas.openxmlformats.org/presentationml/2006/ole">
            <p:oleObj spid="_x0000_s97282" name="Equation" r:id="rId4" imgW="825500" imgH="381000" progId="Equation.3">
              <p:embed/>
            </p:oleObj>
          </a:graphicData>
        </a:graphic>
      </p:graphicFrame>
      <p:graphicFrame>
        <p:nvGraphicFramePr>
          <p:cNvPr id="97283" name="Object 3"/>
          <p:cNvGraphicFramePr>
            <a:graphicFrameLocks noChangeAspect="1"/>
          </p:cNvGraphicFramePr>
          <p:nvPr/>
        </p:nvGraphicFramePr>
        <p:xfrm>
          <a:off x="2700338" y="2565400"/>
          <a:ext cx="503237" cy="279400"/>
        </p:xfrm>
        <a:graphic>
          <a:graphicData uri="http://schemas.openxmlformats.org/presentationml/2006/ole">
            <p:oleObj spid="_x0000_s97283" name="Equation" r:id="rId5" imgW="457200" imgH="253800" progId="Equation.3">
              <p:embed/>
            </p:oleObj>
          </a:graphicData>
        </a:graphic>
      </p:graphicFrame>
      <p:graphicFrame>
        <p:nvGraphicFramePr>
          <p:cNvPr id="97284" name="Object 4"/>
          <p:cNvGraphicFramePr>
            <a:graphicFrameLocks noChangeAspect="1"/>
          </p:cNvGraphicFramePr>
          <p:nvPr/>
        </p:nvGraphicFramePr>
        <p:xfrm>
          <a:off x="2411413" y="3286125"/>
          <a:ext cx="503237" cy="265113"/>
        </p:xfrm>
        <a:graphic>
          <a:graphicData uri="http://schemas.openxmlformats.org/presentationml/2006/ole">
            <p:oleObj spid="_x0000_s97284" name="Equation" r:id="rId6" imgW="482400" imgH="253800" progId="Equation.3">
              <p:embed/>
            </p:oleObj>
          </a:graphicData>
        </a:graphic>
      </p:graphicFrame>
      <p:graphicFrame>
        <p:nvGraphicFramePr>
          <p:cNvPr id="97285" name="Object 7"/>
          <p:cNvGraphicFramePr>
            <a:graphicFrameLocks noChangeAspect="1"/>
          </p:cNvGraphicFramePr>
          <p:nvPr/>
        </p:nvGraphicFramePr>
        <p:xfrm>
          <a:off x="1085850" y="4254500"/>
          <a:ext cx="2073275" cy="641350"/>
        </p:xfrm>
        <a:graphic>
          <a:graphicData uri="http://schemas.openxmlformats.org/presentationml/2006/ole">
            <p:oleObj spid="_x0000_s97285" name="Equation" r:id="rId7" imgW="1231900" imgH="381000" progId="Equation.3">
              <p:embed/>
            </p:oleObj>
          </a:graphicData>
        </a:graphic>
      </p:graphicFrame>
      <p:graphicFrame>
        <p:nvGraphicFramePr>
          <p:cNvPr id="97286" name="Object 6"/>
          <p:cNvGraphicFramePr>
            <a:graphicFrameLocks noChangeAspect="1"/>
          </p:cNvGraphicFramePr>
          <p:nvPr/>
        </p:nvGraphicFramePr>
        <p:xfrm>
          <a:off x="3824288" y="4183063"/>
          <a:ext cx="2933700" cy="679450"/>
        </p:xfrm>
        <a:graphic>
          <a:graphicData uri="http://schemas.openxmlformats.org/presentationml/2006/ole">
            <p:oleObj spid="_x0000_s97286" name="Equation" r:id="rId8" imgW="1651000" imgH="381000" progId="Equation.3">
              <p:embed/>
            </p:oleObj>
          </a:graphicData>
        </a:graphic>
      </p:graphicFrame>
      <p:graphicFrame>
        <p:nvGraphicFramePr>
          <p:cNvPr id="97287" name="Object 4"/>
          <p:cNvGraphicFramePr>
            <a:graphicFrameLocks noChangeAspect="1"/>
          </p:cNvGraphicFramePr>
          <p:nvPr/>
        </p:nvGraphicFramePr>
        <p:xfrm>
          <a:off x="4870450" y="5048250"/>
          <a:ext cx="2516188" cy="711200"/>
        </p:xfrm>
        <a:graphic>
          <a:graphicData uri="http://schemas.openxmlformats.org/presentationml/2006/ole">
            <p:oleObj spid="_x0000_s97287" name="Equation" r:id="rId9" imgW="1346200" imgH="381000" progId="Equation.3">
              <p:embed/>
            </p:oleObj>
          </a:graphicData>
        </a:graphic>
      </p:graphicFrame>
      <p:sp>
        <p:nvSpPr>
          <p:cNvPr id="97292" name="Line 56"/>
          <p:cNvSpPr>
            <a:spLocks noChangeShapeType="1"/>
          </p:cNvSpPr>
          <p:nvPr/>
        </p:nvSpPr>
        <p:spPr bwMode="auto">
          <a:xfrm flipV="1">
            <a:off x="3294063" y="4510088"/>
            <a:ext cx="285750" cy="1587"/>
          </a:xfrm>
          <a:prstGeom prst="line">
            <a:avLst/>
          </a:prstGeom>
          <a:noFill/>
          <a:ln w="19050">
            <a:solidFill>
              <a:schemeClr val="tx1"/>
            </a:solidFill>
            <a:round/>
            <a:headEnd/>
            <a:tailEnd type="triangle" w="med" len="med"/>
          </a:ln>
        </p:spPr>
        <p:txBody>
          <a:bodyPr>
            <a:prstTxWarp prst="textNoShape">
              <a:avLst/>
            </a:prstTxWarp>
          </a:bodyPr>
          <a:lstStyle/>
          <a:p>
            <a:endParaRPr lang="ja-JP" altLang="en-US"/>
          </a:p>
        </p:txBody>
      </p:sp>
      <p:grpSp>
        <p:nvGrpSpPr>
          <p:cNvPr id="97293" name="Group 71"/>
          <p:cNvGrpSpPr>
            <a:grpSpLocks/>
          </p:cNvGrpSpPr>
          <p:nvPr/>
        </p:nvGrpSpPr>
        <p:grpSpPr bwMode="auto">
          <a:xfrm>
            <a:off x="2359025" y="5013325"/>
            <a:ext cx="2266950" cy="1087438"/>
            <a:chOff x="1584" y="1296"/>
            <a:chExt cx="1428" cy="685"/>
          </a:xfrm>
        </p:grpSpPr>
        <p:graphicFrame>
          <p:nvGraphicFramePr>
            <p:cNvPr id="97288" name="Object 9"/>
            <p:cNvGraphicFramePr>
              <a:graphicFrameLocks noChangeAspect="1"/>
            </p:cNvGraphicFramePr>
            <p:nvPr/>
          </p:nvGraphicFramePr>
          <p:xfrm>
            <a:off x="2020" y="1693"/>
            <a:ext cx="567" cy="263"/>
          </p:xfrm>
          <a:graphic>
            <a:graphicData uri="http://schemas.openxmlformats.org/presentationml/2006/ole">
              <p:oleObj spid="_x0000_s97288" name="Equation" r:id="rId10" imgW="825500" imgH="381000" progId="Equation.3">
                <p:embed/>
              </p:oleObj>
            </a:graphicData>
          </a:graphic>
        </p:graphicFrame>
        <p:sp>
          <p:nvSpPr>
            <p:cNvPr id="97296" name="Rectangle 57"/>
            <p:cNvSpPr>
              <a:spLocks noChangeArrowheads="1"/>
            </p:cNvSpPr>
            <p:nvPr/>
          </p:nvSpPr>
          <p:spPr bwMode="auto">
            <a:xfrm>
              <a:off x="1776" y="1296"/>
              <a:ext cx="1056" cy="685"/>
            </a:xfrm>
            <a:prstGeom prst="rect">
              <a:avLst/>
            </a:prstGeom>
            <a:noFill/>
            <a:ln w="22225">
              <a:solidFill>
                <a:schemeClr val="tx1"/>
              </a:solidFill>
              <a:miter lim="800000"/>
              <a:headEnd/>
              <a:tailEnd/>
            </a:ln>
          </p:spPr>
          <p:txBody>
            <a:bodyPr>
              <a:prstTxWarp prst="textNoShape">
                <a:avLst/>
              </a:prstTxWarp>
              <a:spAutoFit/>
            </a:bodyPr>
            <a:lstStyle/>
            <a:p>
              <a:pPr algn="ctr">
                <a:spcBef>
                  <a:spcPct val="0"/>
                </a:spcBef>
                <a:buFontTx/>
                <a:buNone/>
              </a:pPr>
              <a:r>
                <a:rPr lang="en-GB" altLang="ko-KR" sz="1200" b="0">
                  <a:solidFill>
                    <a:srgbClr val="333333"/>
                  </a:solidFill>
                  <a:latin typeface="Times New Roman" pitchFamily="-28" charset="0"/>
                </a:rPr>
                <a:t>By measuring the microscopic part on the superposed basis</a:t>
              </a:r>
            </a:p>
            <a:p>
              <a:pPr algn="ctr">
                <a:spcBef>
                  <a:spcPct val="0"/>
                </a:spcBef>
                <a:buFontTx/>
                <a:buNone/>
              </a:pPr>
              <a:endParaRPr lang="en-GB" altLang="ko-KR" b="0">
                <a:solidFill>
                  <a:srgbClr val="333333"/>
                </a:solidFill>
                <a:latin typeface="Times New Roman" pitchFamily="-28" charset="0"/>
              </a:endParaRPr>
            </a:p>
            <a:p>
              <a:pPr algn="ctr">
                <a:spcBef>
                  <a:spcPct val="0"/>
                </a:spcBef>
                <a:buFontTx/>
                <a:buNone/>
              </a:pPr>
              <a:endParaRPr lang="en-GB" altLang="ko-KR" b="0">
                <a:solidFill>
                  <a:srgbClr val="333333"/>
                </a:solidFill>
                <a:latin typeface="Times New Roman" pitchFamily="-28" charset="0"/>
              </a:endParaRPr>
            </a:p>
          </p:txBody>
        </p:sp>
        <p:sp>
          <p:nvSpPr>
            <p:cNvPr id="97297" name="Line 58"/>
            <p:cNvSpPr>
              <a:spLocks noChangeShapeType="1"/>
            </p:cNvSpPr>
            <p:nvPr/>
          </p:nvSpPr>
          <p:spPr bwMode="auto">
            <a:xfrm flipV="1">
              <a:off x="2832" y="1584"/>
              <a:ext cx="180" cy="1"/>
            </a:xfrm>
            <a:prstGeom prst="line">
              <a:avLst/>
            </a:prstGeom>
            <a:noFill/>
            <a:ln w="19050">
              <a:solidFill>
                <a:schemeClr val="tx1"/>
              </a:solidFill>
              <a:round/>
              <a:headEnd/>
              <a:tailEnd type="triangle" w="med" len="med"/>
            </a:ln>
          </p:spPr>
          <p:txBody>
            <a:bodyPr>
              <a:prstTxWarp prst="textNoShape">
                <a:avLst/>
              </a:prstTxWarp>
            </a:bodyPr>
            <a:lstStyle/>
            <a:p>
              <a:endParaRPr lang="ja-JP" altLang="en-US"/>
            </a:p>
          </p:txBody>
        </p:sp>
        <p:sp>
          <p:nvSpPr>
            <p:cNvPr id="97298" name="Line 59"/>
            <p:cNvSpPr>
              <a:spLocks noChangeShapeType="1"/>
            </p:cNvSpPr>
            <p:nvPr/>
          </p:nvSpPr>
          <p:spPr bwMode="auto">
            <a:xfrm flipV="1">
              <a:off x="1584" y="1584"/>
              <a:ext cx="180" cy="1"/>
            </a:xfrm>
            <a:prstGeom prst="line">
              <a:avLst/>
            </a:prstGeom>
            <a:noFill/>
            <a:ln w="19050">
              <a:solidFill>
                <a:schemeClr val="tx1"/>
              </a:solidFill>
              <a:round/>
              <a:headEnd/>
              <a:tailEnd/>
            </a:ln>
          </p:spPr>
          <p:txBody>
            <a:bodyPr>
              <a:prstTxWarp prst="textNoShape">
                <a:avLst/>
              </a:prstTxWarp>
            </a:bodyPr>
            <a:lstStyle/>
            <a:p>
              <a:endParaRPr lang="ja-JP" altLang="en-US"/>
            </a:p>
          </p:txBody>
        </p:sp>
      </p:grpSp>
      <p:sp>
        <p:nvSpPr>
          <p:cNvPr id="97294" name="Rectangle 61"/>
          <p:cNvSpPr>
            <a:spLocks noChangeArrowheads="1"/>
          </p:cNvSpPr>
          <p:nvPr/>
        </p:nvSpPr>
        <p:spPr bwMode="auto">
          <a:xfrm>
            <a:off x="827088" y="6237288"/>
            <a:ext cx="7239000" cy="366712"/>
          </a:xfrm>
          <a:prstGeom prst="rect">
            <a:avLst/>
          </a:prstGeom>
          <a:noFill/>
          <a:ln w="22225">
            <a:noFill/>
            <a:miter lim="800000"/>
            <a:headEnd/>
            <a:tailEnd/>
          </a:ln>
        </p:spPr>
        <p:txBody>
          <a:bodyPr>
            <a:prstTxWarp prst="textNoShape">
              <a:avLst/>
            </a:prstTxWarp>
            <a:spAutoFit/>
          </a:bodyPr>
          <a:lstStyle/>
          <a:p>
            <a:pPr algn="ctr">
              <a:spcBef>
                <a:spcPct val="0"/>
              </a:spcBef>
              <a:buFontTx/>
              <a:buNone/>
            </a:pPr>
            <a:r>
              <a:rPr lang="en-GB" altLang="ko-KR" sz="1800" i="1">
                <a:solidFill>
                  <a:srgbClr val="333333"/>
                </a:solidFill>
                <a:latin typeface="Times New Roman" pitchFamily="-28" charset="0"/>
              </a:rPr>
              <a:t>Quantum superposition and entanglement involving macroscopic systems</a:t>
            </a:r>
            <a:endParaRPr lang="en-GB" altLang="ko-KR" i="1">
              <a:solidFill>
                <a:schemeClr val="tx1"/>
              </a:solidFill>
              <a:latin typeface="Times New Roman" pitchFamily="-28" charset="0"/>
            </a:endParaRPr>
          </a:p>
        </p:txBody>
      </p:sp>
      <p:sp>
        <p:nvSpPr>
          <p:cNvPr id="97295" name="Rectangle 20"/>
          <p:cNvSpPr>
            <a:spLocks noChangeArrowheads="1"/>
          </p:cNvSpPr>
          <p:nvPr/>
        </p:nvSpPr>
        <p:spPr bwMode="auto">
          <a:xfrm>
            <a:off x="2987675" y="3860800"/>
            <a:ext cx="2792413" cy="307975"/>
          </a:xfrm>
          <a:prstGeom prst="rect">
            <a:avLst/>
          </a:prstGeom>
          <a:noFill/>
          <a:ln w="12700">
            <a:noFill/>
            <a:miter lim="800000"/>
            <a:headEnd type="none" w="lg" len="lg"/>
            <a:tailEnd type="none" w="lg" len="lg"/>
          </a:ln>
          <a:effectLst>
            <a:prstShdw prst="shdw17" dist="17961" dir="2700000">
              <a:srgbClr val="990000">
                <a:alpha val="74997"/>
              </a:srgbClr>
            </a:prstShdw>
          </a:effectLst>
        </p:spPr>
        <p:txBody>
          <a:bodyPr wrap="none">
            <a:prstTxWarp prst="textNoShape">
              <a:avLst/>
            </a:prstTxWarp>
            <a:spAutoFit/>
          </a:bodyPr>
          <a:lstStyle/>
          <a:p>
            <a:pPr>
              <a:buFontTx/>
              <a:buNone/>
            </a:pPr>
            <a:r>
              <a:rPr lang="en-US" altLang="ko-KR">
                <a:latin typeface="Times New Roman" pitchFamily="-28" charset="0"/>
              </a:rPr>
              <a:t>The Brussels Journal (29/10/2007)</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8308"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8309"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8310"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8311"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8312"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8313"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98314" name="Picture 4" descr="C:\Documents and Settings\Jeong\Desktop\images.jpg"/>
          <p:cNvPicPr>
            <a:picLocks noChangeAspect="1" noChangeArrowheads="1"/>
          </p:cNvPicPr>
          <p:nvPr/>
        </p:nvPicPr>
        <p:blipFill>
          <a:blip r:embed="rId3"/>
          <a:srcRect/>
          <a:stretch>
            <a:fillRect/>
          </a:stretch>
        </p:blipFill>
        <p:spPr bwMode="auto">
          <a:xfrm>
            <a:off x="357188" y="3286125"/>
            <a:ext cx="1266825" cy="923925"/>
          </a:xfrm>
          <a:prstGeom prst="rect">
            <a:avLst/>
          </a:prstGeom>
          <a:noFill/>
          <a:ln w="9525">
            <a:noFill/>
            <a:miter lim="800000"/>
            <a:headEnd/>
            <a:tailEnd/>
          </a:ln>
        </p:spPr>
      </p:pic>
      <p:grpSp>
        <p:nvGrpSpPr>
          <p:cNvPr id="98315" name="Group 16"/>
          <p:cNvGrpSpPr>
            <a:grpSpLocks/>
          </p:cNvGrpSpPr>
          <p:nvPr/>
        </p:nvGrpSpPr>
        <p:grpSpPr bwMode="auto">
          <a:xfrm>
            <a:off x="1571625" y="3429000"/>
            <a:ext cx="285750" cy="307975"/>
            <a:chOff x="1928794" y="3357542"/>
            <a:chExt cx="284996" cy="308622"/>
          </a:xfrm>
        </p:grpSpPr>
        <p:sp>
          <p:nvSpPr>
            <p:cNvPr id="98324"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8325"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8326"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98316" name="Freeform 9"/>
          <p:cNvSpPr>
            <a:spLocks/>
          </p:cNvSpPr>
          <p:nvPr/>
        </p:nvSpPr>
        <p:spPr bwMode="auto">
          <a:xfrm>
            <a:off x="6756400" y="2143125"/>
            <a:ext cx="814388" cy="3054350"/>
          </a:xfrm>
          <a:custGeom>
            <a:avLst/>
            <a:gdLst>
              <a:gd name="T0" fmla="*/ 2147483647 w 520"/>
              <a:gd name="T1" fmla="*/ 0 h 1667"/>
              <a:gd name="T2" fmla="*/ 2147483647 w 520"/>
              <a:gd name="T3" fmla="*/ 2147483647 h 1667"/>
              <a:gd name="T4" fmla="*/ 2147483647 w 520"/>
              <a:gd name="T5" fmla="*/ 2147483647 h 1667"/>
              <a:gd name="T6" fmla="*/ 2147483647 w 520"/>
              <a:gd name="T7" fmla="*/ 2147483647 h 1667"/>
              <a:gd name="T8" fmla="*/ 2147483647 w 520"/>
              <a:gd name="T9" fmla="*/ 2147483647 h 1667"/>
              <a:gd name="T10" fmla="*/ 0 w 520"/>
              <a:gd name="T11" fmla="*/ 2147483647 h 1667"/>
              <a:gd name="T12" fmla="*/ 2147483647 w 520"/>
              <a:gd name="T13" fmla="*/ 2147483647 h 1667"/>
              <a:gd name="T14" fmla="*/ 2147483647 w 520"/>
              <a:gd name="T15" fmla="*/ 2147483647 h 1667"/>
              <a:gd name="T16" fmla="*/ 2147483647 w 520"/>
              <a:gd name="T17" fmla="*/ 2147483647 h 16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0"/>
              <a:gd name="T28" fmla="*/ 0 h 1667"/>
              <a:gd name="T29" fmla="*/ 520 w 520"/>
              <a:gd name="T30" fmla="*/ 1667 h 16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0" h="1667">
                <a:moveTo>
                  <a:pt x="453" y="0"/>
                </a:moveTo>
                <a:cubicBezTo>
                  <a:pt x="422" y="30"/>
                  <a:pt x="214" y="154"/>
                  <a:pt x="219" y="217"/>
                </a:cubicBezTo>
                <a:cubicBezTo>
                  <a:pt x="224" y="280"/>
                  <a:pt x="449" y="365"/>
                  <a:pt x="483" y="380"/>
                </a:cubicBezTo>
                <a:cubicBezTo>
                  <a:pt x="498" y="453"/>
                  <a:pt x="31" y="506"/>
                  <a:pt x="33" y="578"/>
                </a:cubicBezTo>
                <a:cubicBezTo>
                  <a:pt x="35" y="650"/>
                  <a:pt x="500" y="731"/>
                  <a:pt x="495" y="812"/>
                </a:cubicBezTo>
                <a:cubicBezTo>
                  <a:pt x="490" y="893"/>
                  <a:pt x="0" y="986"/>
                  <a:pt x="0" y="1064"/>
                </a:cubicBezTo>
                <a:cubicBezTo>
                  <a:pt x="0" y="1142"/>
                  <a:pt x="472" y="1216"/>
                  <a:pt x="496" y="1280"/>
                </a:cubicBezTo>
                <a:cubicBezTo>
                  <a:pt x="520" y="1345"/>
                  <a:pt x="284" y="1387"/>
                  <a:pt x="283" y="1451"/>
                </a:cubicBezTo>
                <a:cubicBezTo>
                  <a:pt x="282" y="1515"/>
                  <a:pt x="491" y="1631"/>
                  <a:pt x="487"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98317" name="Group 14"/>
          <p:cNvGrpSpPr>
            <a:grpSpLocks/>
          </p:cNvGrpSpPr>
          <p:nvPr/>
        </p:nvGrpSpPr>
        <p:grpSpPr bwMode="auto">
          <a:xfrm>
            <a:off x="4000500" y="2500313"/>
            <a:ext cx="446088" cy="2000250"/>
            <a:chOff x="4000496" y="2500306"/>
            <a:chExt cx="446088" cy="2000262"/>
          </a:xfrm>
        </p:grpSpPr>
        <p:sp>
          <p:nvSpPr>
            <p:cNvPr id="98323"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98306" name="Object 3"/>
            <p:cNvGraphicFramePr>
              <a:graphicFrameLocks noChangeAspect="1"/>
            </p:cNvGraphicFramePr>
            <p:nvPr/>
          </p:nvGraphicFramePr>
          <p:xfrm>
            <a:off x="4071934" y="2500306"/>
            <a:ext cx="241300" cy="338137"/>
          </p:xfrm>
          <a:graphic>
            <a:graphicData uri="http://schemas.openxmlformats.org/presentationml/2006/ole">
              <p:oleObj spid="_x0000_s98306" name="Equation" r:id="rId4" imgW="88560" imgH="164880" progId="Equation.DSMT4">
                <p:embed/>
              </p:oleObj>
            </a:graphicData>
          </a:graphic>
        </p:graphicFrame>
        <p:graphicFrame>
          <p:nvGraphicFramePr>
            <p:cNvPr id="98307" name="Object 16"/>
            <p:cNvGraphicFramePr>
              <a:graphicFrameLocks noChangeAspect="1"/>
            </p:cNvGraphicFramePr>
            <p:nvPr/>
          </p:nvGraphicFramePr>
          <p:xfrm>
            <a:off x="4000496" y="4143380"/>
            <a:ext cx="446088" cy="357188"/>
          </p:xfrm>
          <a:graphic>
            <a:graphicData uri="http://schemas.openxmlformats.org/presentationml/2006/ole">
              <p:oleObj spid="_x0000_s98307" name="Equation" r:id="rId5" imgW="126720" imgH="164880" progId="Equation.DSMT4">
                <p:embed/>
              </p:oleObj>
            </a:graphicData>
          </a:graphic>
        </p:graphicFrame>
      </p:grpSp>
      <p:sp>
        <p:nvSpPr>
          <p:cNvPr id="98318" name="Freeform 9"/>
          <p:cNvSpPr>
            <a:spLocks/>
          </p:cNvSpPr>
          <p:nvPr/>
        </p:nvSpPr>
        <p:spPr bwMode="auto">
          <a:xfrm flipV="1">
            <a:off x="4500563" y="3071813"/>
            <a:ext cx="714375" cy="17621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8319" name="Freeform 9"/>
          <p:cNvSpPr>
            <a:spLocks/>
          </p:cNvSpPr>
          <p:nvPr/>
        </p:nvSpPr>
        <p:spPr bwMode="auto">
          <a:xfrm rot="9742484" flipH="1" flipV="1">
            <a:off x="4464050" y="2503488"/>
            <a:ext cx="544513"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8320" name="Freeform 9"/>
          <p:cNvSpPr>
            <a:spLocks/>
          </p:cNvSpPr>
          <p:nvPr/>
        </p:nvSpPr>
        <p:spPr bwMode="auto">
          <a:xfrm rot="1048545" flipV="1">
            <a:off x="4533900" y="4294188"/>
            <a:ext cx="571500" cy="3063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8321" name="Freeform 9"/>
          <p:cNvSpPr>
            <a:spLocks/>
          </p:cNvSpPr>
          <p:nvPr/>
        </p:nvSpPr>
        <p:spPr bwMode="auto">
          <a:xfrm rot="9119726" flipH="1">
            <a:off x="4603750" y="3790950"/>
            <a:ext cx="703263" cy="307975"/>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8322" name="Rectangle 22"/>
          <p:cNvSpPr>
            <a:spLocks/>
          </p:cNvSpPr>
          <p:nvPr/>
        </p:nvSpPr>
        <p:spPr bwMode="auto">
          <a:xfrm>
            <a:off x="457200" y="274638"/>
            <a:ext cx="8229600" cy="1143000"/>
          </a:xfrm>
          <a:prstGeom prst="rect">
            <a:avLst/>
          </a:prstGeom>
          <a:noFill/>
          <a:ln w="9525">
            <a:noFill/>
            <a:miter lim="800000"/>
            <a:headEnd/>
            <a:tailEnd/>
          </a:ln>
        </p:spPr>
        <p:txBody>
          <a:bodyPr anchor="ctr">
            <a:prstTxWarp prst="textNoShape">
              <a:avLst/>
            </a:prstTxWarp>
          </a:bodyPr>
          <a:lstStyle/>
          <a:p>
            <a:pPr algn="ctr" eaLnBrk="0" hangingPunct="0">
              <a:spcBef>
                <a:spcPct val="0"/>
              </a:spcBef>
              <a:buFontTx/>
              <a:buNone/>
            </a:pPr>
            <a:r>
              <a:rPr lang="en-US" altLang="ko-KR" sz="4400">
                <a:latin typeface="Calibri" pitchFamily="-28" charset="0"/>
              </a:rPr>
              <a:t>Double slit experiment</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9332" name="Title 1"/>
          <p:cNvSpPr>
            <a:spLocks noGrp="1"/>
          </p:cNvSpPr>
          <p:nvPr>
            <p:ph type="title" idx="4294967295"/>
          </p:nvPr>
        </p:nvSpPr>
        <p:spPr>
          <a:xfrm>
            <a:off x="714375" y="500063"/>
            <a:ext cx="7772400" cy="747712"/>
          </a:xfrm>
        </p:spPr>
        <p:txBody>
          <a:bodyPr/>
          <a:lstStyle/>
          <a:p>
            <a:pPr eaLnBrk="1" hangingPunct="1"/>
            <a:r>
              <a:rPr lang="en-US" sz="4000">
                <a:ea typeface="ＭＳ Ｐゴシック" pitchFamily="-28" charset="-128"/>
                <a:cs typeface="ＭＳ Ｐゴシック" pitchFamily="-28" charset="-128"/>
              </a:rPr>
              <a:t>Classical gun</a:t>
            </a:r>
            <a:endParaRPr lang="en-AU" sz="4000">
              <a:ea typeface="ＭＳ Ｐゴシック" pitchFamily="-28" charset="-128"/>
              <a:cs typeface="ＭＳ Ｐゴシック" pitchFamily="-28" charset="-128"/>
            </a:endParaRPr>
          </a:p>
        </p:txBody>
      </p:sp>
      <p:sp>
        <p:nvSpPr>
          <p:cNvPr id="99333"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9334"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9335"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9336"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99337"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9338"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99339" name="Group 16"/>
          <p:cNvGrpSpPr>
            <a:grpSpLocks/>
          </p:cNvGrpSpPr>
          <p:nvPr/>
        </p:nvGrpSpPr>
        <p:grpSpPr bwMode="auto">
          <a:xfrm>
            <a:off x="1571625" y="3429000"/>
            <a:ext cx="285750" cy="307975"/>
            <a:chOff x="1928794" y="3357542"/>
            <a:chExt cx="284996" cy="308622"/>
          </a:xfrm>
        </p:grpSpPr>
        <p:sp>
          <p:nvSpPr>
            <p:cNvPr id="99349"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9350"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9351"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99340" name="Freeform 9"/>
          <p:cNvSpPr>
            <a:spLocks/>
          </p:cNvSpPr>
          <p:nvPr/>
        </p:nvSpPr>
        <p:spPr bwMode="auto">
          <a:xfrm>
            <a:off x="6643688" y="2143125"/>
            <a:ext cx="592137" cy="3054350"/>
          </a:xfrm>
          <a:custGeom>
            <a:avLst/>
            <a:gdLst>
              <a:gd name="T0" fmla="*/ 2147483647 w 378"/>
              <a:gd name="T1" fmla="*/ 0 h 1667"/>
              <a:gd name="T2" fmla="*/ 2147483647 w 378"/>
              <a:gd name="T3" fmla="*/ 2147483647 h 1667"/>
              <a:gd name="T4" fmla="*/ 0 w 378"/>
              <a:gd name="T5" fmla="*/ 2147483647 h 1667"/>
              <a:gd name="T6" fmla="*/ 2147483647 w 378"/>
              <a:gd name="T7" fmla="*/ 2147483647 h 1667"/>
              <a:gd name="T8" fmla="*/ 2147483647 w 378"/>
              <a:gd name="T9" fmla="*/ 2147483647 h 1667"/>
              <a:gd name="T10" fmla="*/ 0 60000 65536"/>
              <a:gd name="T11" fmla="*/ 0 60000 65536"/>
              <a:gd name="T12" fmla="*/ 0 60000 65536"/>
              <a:gd name="T13" fmla="*/ 0 60000 65536"/>
              <a:gd name="T14" fmla="*/ 0 60000 65536"/>
              <a:gd name="T15" fmla="*/ 0 w 378"/>
              <a:gd name="T16" fmla="*/ 0 h 1667"/>
              <a:gd name="T17" fmla="*/ 378 w 378"/>
              <a:gd name="T18" fmla="*/ 1667 h 1667"/>
            </a:gdLst>
            <a:ahLst/>
            <a:cxnLst>
              <a:cxn ang="T10">
                <a:pos x="T0" y="T1"/>
              </a:cxn>
              <a:cxn ang="T11">
                <a:pos x="T2" y="T3"/>
              </a:cxn>
              <a:cxn ang="T12">
                <a:pos x="T4" y="T5"/>
              </a:cxn>
              <a:cxn ang="T13">
                <a:pos x="T6" y="T7"/>
              </a:cxn>
              <a:cxn ang="T14">
                <a:pos x="T8" y="T9"/>
              </a:cxn>
            </a:cxnLst>
            <a:rect l="T15" t="T16" r="T17" b="T18"/>
            <a:pathLst>
              <a:path w="378" h="1667">
                <a:moveTo>
                  <a:pt x="340" y="0"/>
                </a:moveTo>
                <a:cubicBezTo>
                  <a:pt x="309" y="30"/>
                  <a:pt x="254" y="197"/>
                  <a:pt x="197" y="334"/>
                </a:cubicBezTo>
                <a:cubicBezTo>
                  <a:pt x="140" y="471"/>
                  <a:pt x="14" y="698"/>
                  <a:pt x="0" y="820"/>
                </a:cubicBezTo>
                <a:cubicBezTo>
                  <a:pt x="11" y="987"/>
                  <a:pt x="184" y="1193"/>
                  <a:pt x="261" y="1334"/>
                </a:cubicBezTo>
                <a:cubicBezTo>
                  <a:pt x="260" y="1398"/>
                  <a:pt x="378" y="1631"/>
                  <a:pt x="374"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99341" name="Picture 4" descr="C:\Documents and Settings\Jeong\Desktop\bw01.jpg"/>
          <p:cNvPicPr>
            <a:picLocks noChangeAspect="1" noChangeArrowheads="1"/>
          </p:cNvPicPr>
          <p:nvPr/>
        </p:nvPicPr>
        <p:blipFill>
          <a:blip r:embed="rId3"/>
          <a:srcRect/>
          <a:stretch>
            <a:fillRect/>
          </a:stretch>
        </p:blipFill>
        <p:spPr bwMode="auto">
          <a:xfrm>
            <a:off x="500063" y="3500438"/>
            <a:ext cx="1000125" cy="806450"/>
          </a:xfrm>
          <a:prstGeom prst="rect">
            <a:avLst/>
          </a:prstGeom>
          <a:noFill/>
          <a:ln w="9525">
            <a:noFill/>
            <a:miter lim="800000"/>
            <a:headEnd/>
            <a:tailEnd/>
          </a:ln>
        </p:spPr>
      </p:pic>
      <p:grpSp>
        <p:nvGrpSpPr>
          <p:cNvPr id="99342" name="Group 17"/>
          <p:cNvGrpSpPr>
            <a:grpSpLocks/>
          </p:cNvGrpSpPr>
          <p:nvPr/>
        </p:nvGrpSpPr>
        <p:grpSpPr bwMode="auto">
          <a:xfrm>
            <a:off x="4000500" y="2500313"/>
            <a:ext cx="446088" cy="2000250"/>
            <a:chOff x="4000496" y="2500306"/>
            <a:chExt cx="446088" cy="2000262"/>
          </a:xfrm>
        </p:grpSpPr>
        <p:sp>
          <p:nvSpPr>
            <p:cNvPr id="99348"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99330" name="Object 3"/>
            <p:cNvGraphicFramePr>
              <a:graphicFrameLocks noChangeAspect="1"/>
            </p:cNvGraphicFramePr>
            <p:nvPr/>
          </p:nvGraphicFramePr>
          <p:xfrm>
            <a:off x="4071934" y="2500306"/>
            <a:ext cx="241300" cy="338137"/>
          </p:xfrm>
          <a:graphic>
            <a:graphicData uri="http://schemas.openxmlformats.org/presentationml/2006/ole">
              <p:oleObj spid="_x0000_s99330" name="Equation" r:id="rId4" imgW="88560" imgH="164880" progId="Equation.DSMT4">
                <p:embed/>
              </p:oleObj>
            </a:graphicData>
          </a:graphic>
        </p:graphicFrame>
        <p:graphicFrame>
          <p:nvGraphicFramePr>
            <p:cNvPr id="99331" name="Object 19"/>
            <p:cNvGraphicFramePr>
              <a:graphicFrameLocks noChangeAspect="1"/>
            </p:cNvGraphicFramePr>
            <p:nvPr/>
          </p:nvGraphicFramePr>
          <p:xfrm>
            <a:off x="4000496" y="4143380"/>
            <a:ext cx="446088" cy="357188"/>
          </p:xfrm>
          <a:graphic>
            <a:graphicData uri="http://schemas.openxmlformats.org/presentationml/2006/ole">
              <p:oleObj spid="_x0000_s99331" name="Equation" r:id="rId5" imgW="126720" imgH="164880" progId="Equation.DSMT4">
                <p:embed/>
              </p:oleObj>
            </a:graphicData>
          </a:graphic>
        </p:graphicFrame>
      </p:grpSp>
      <p:sp>
        <p:nvSpPr>
          <p:cNvPr id="99343" name="Freeform 9"/>
          <p:cNvSpPr>
            <a:spLocks/>
          </p:cNvSpPr>
          <p:nvPr/>
        </p:nvSpPr>
        <p:spPr bwMode="auto">
          <a:xfrm rot="1048545" flipV="1">
            <a:off x="4533900" y="4294188"/>
            <a:ext cx="571500" cy="306387"/>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9344" name="Freeform 9"/>
          <p:cNvSpPr>
            <a:spLocks/>
          </p:cNvSpPr>
          <p:nvPr/>
        </p:nvSpPr>
        <p:spPr bwMode="auto">
          <a:xfrm rot="9119726" flipH="1">
            <a:off x="4603750" y="3790950"/>
            <a:ext cx="703263" cy="307975"/>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9345" name="Freeform 9"/>
          <p:cNvSpPr>
            <a:spLocks/>
          </p:cNvSpPr>
          <p:nvPr/>
        </p:nvSpPr>
        <p:spPr bwMode="auto">
          <a:xfrm flipV="1">
            <a:off x="4500563" y="3071813"/>
            <a:ext cx="714375" cy="176212"/>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9346" name="Freeform 9"/>
          <p:cNvSpPr>
            <a:spLocks/>
          </p:cNvSpPr>
          <p:nvPr/>
        </p:nvSpPr>
        <p:spPr bwMode="auto">
          <a:xfrm rot="9742484" flipH="1" flipV="1">
            <a:off x="4464050" y="2503488"/>
            <a:ext cx="544513" cy="317500"/>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99347" name="Rectangle 23"/>
          <p:cNvSpPr>
            <a:spLocks/>
          </p:cNvSpPr>
          <p:nvPr/>
        </p:nvSpPr>
        <p:spPr bwMode="auto">
          <a:xfrm>
            <a:off x="971550" y="5445125"/>
            <a:ext cx="7416800" cy="936625"/>
          </a:xfrm>
          <a:prstGeom prst="rect">
            <a:avLst/>
          </a:prstGeom>
          <a:noFill/>
          <a:ln w="9525">
            <a:noFill/>
            <a:miter lim="800000"/>
            <a:headEnd/>
            <a:tailEnd/>
          </a:ln>
        </p:spPr>
        <p:txBody>
          <a:bodyPr>
            <a:prstTxWarp prst="textNoShape">
              <a:avLst/>
            </a:prstTxWarp>
          </a:bodyPr>
          <a:lstStyle/>
          <a:p>
            <a:pPr marL="342900" indent="-342900" eaLnBrk="0" hangingPunct="0">
              <a:buFont typeface="Arial" pitchFamily="-28" charset="0"/>
              <a:buChar char="•"/>
            </a:pPr>
            <a:r>
              <a:rPr lang="en-US" altLang="ko-KR" sz="3200" b="0">
                <a:solidFill>
                  <a:schemeClr val="tx1"/>
                </a:solidFill>
                <a:latin typeface="Calibri" pitchFamily="-28" charset="0"/>
              </a:rPr>
              <a:t>Why do we not observe interference with bullets?</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0356" name="Title 1"/>
          <p:cNvSpPr>
            <a:spLocks noGrp="1"/>
          </p:cNvSpPr>
          <p:nvPr>
            <p:ph type="title" idx="4294967295"/>
          </p:nvPr>
        </p:nvSpPr>
        <p:spPr>
          <a:xfrm>
            <a:off x="684213" y="620713"/>
            <a:ext cx="7772400" cy="747712"/>
          </a:xfrm>
        </p:spPr>
        <p:txBody>
          <a:bodyPr/>
          <a:lstStyle/>
          <a:p>
            <a:pPr eaLnBrk="1" hangingPunct="1"/>
            <a:r>
              <a:rPr lang="en-US" altLang="ko-KR" sz="4000">
                <a:ea typeface="굴림" pitchFamily="-28" charset="-127"/>
                <a:cs typeface="굴림" pitchFamily="-28" charset="-127"/>
              </a:rPr>
              <a:t>Feynman’s argument</a:t>
            </a:r>
            <a:endParaRPr lang="en-AU" sz="4000">
              <a:ea typeface="ＭＳ Ｐゴシック" pitchFamily="-28" charset="-128"/>
              <a:cs typeface="ＭＳ Ｐゴシック" pitchFamily="-28" charset="-128"/>
            </a:endParaRPr>
          </a:p>
        </p:txBody>
      </p:sp>
      <p:sp>
        <p:nvSpPr>
          <p:cNvPr id="100357"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100358"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100359"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100360"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100361"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0362"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100363" name="Group 16"/>
          <p:cNvGrpSpPr>
            <a:grpSpLocks/>
          </p:cNvGrpSpPr>
          <p:nvPr/>
        </p:nvGrpSpPr>
        <p:grpSpPr bwMode="auto">
          <a:xfrm>
            <a:off x="1571625" y="3429000"/>
            <a:ext cx="285750" cy="307975"/>
            <a:chOff x="1928794" y="3357542"/>
            <a:chExt cx="284996" cy="308622"/>
          </a:xfrm>
        </p:grpSpPr>
        <p:sp>
          <p:nvSpPr>
            <p:cNvPr id="100383"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0384"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0385"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100364" name="Freeform 9"/>
          <p:cNvSpPr>
            <a:spLocks/>
          </p:cNvSpPr>
          <p:nvPr/>
        </p:nvSpPr>
        <p:spPr bwMode="auto">
          <a:xfrm>
            <a:off x="6681788" y="2143125"/>
            <a:ext cx="592137" cy="3054350"/>
          </a:xfrm>
          <a:custGeom>
            <a:avLst/>
            <a:gdLst>
              <a:gd name="T0" fmla="*/ 2147483647 w 378"/>
              <a:gd name="T1" fmla="*/ 0 h 1667"/>
              <a:gd name="T2" fmla="*/ 2147483647 w 378"/>
              <a:gd name="T3" fmla="*/ 2147483647 h 1667"/>
              <a:gd name="T4" fmla="*/ 0 w 378"/>
              <a:gd name="T5" fmla="*/ 2147483647 h 1667"/>
              <a:gd name="T6" fmla="*/ 2147483647 w 378"/>
              <a:gd name="T7" fmla="*/ 2147483647 h 1667"/>
              <a:gd name="T8" fmla="*/ 2147483647 w 378"/>
              <a:gd name="T9" fmla="*/ 2147483647 h 1667"/>
              <a:gd name="T10" fmla="*/ 0 60000 65536"/>
              <a:gd name="T11" fmla="*/ 0 60000 65536"/>
              <a:gd name="T12" fmla="*/ 0 60000 65536"/>
              <a:gd name="T13" fmla="*/ 0 60000 65536"/>
              <a:gd name="T14" fmla="*/ 0 60000 65536"/>
              <a:gd name="T15" fmla="*/ 0 w 378"/>
              <a:gd name="T16" fmla="*/ 0 h 1667"/>
              <a:gd name="T17" fmla="*/ 378 w 378"/>
              <a:gd name="T18" fmla="*/ 1667 h 1667"/>
            </a:gdLst>
            <a:ahLst/>
            <a:cxnLst>
              <a:cxn ang="T10">
                <a:pos x="T0" y="T1"/>
              </a:cxn>
              <a:cxn ang="T11">
                <a:pos x="T2" y="T3"/>
              </a:cxn>
              <a:cxn ang="T12">
                <a:pos x="T4" y="T5"/>
              </a:cxn>
              <a:cxn ang="T13">
                <a:pos x="T6" y="T7"/>
              </a:cxn>
              <a:cxn ang="T14">
                <a:pos x="T8" y="T9"/>
              </a:cxn>
            </a:cxnLst>
            <a:rect l="T15" t="T16" r="T17" b="T18"/>
            <a:pathLst>
              <a:path w="378" h="1667">
                <a:moveTo>
                  <a:pt x="340" y="0"/>
                </a:moveTo>
                <a:cubicBezTo>
                  <a:pt x="309" y="30"/>
                  <a:pt x="254" y="197"/>
                  <a:pt x="197" y="334"/>
                </a:cubicBezTo>
                <a:cubicBezTo>
                  <a:pt x="140" y="471"/>
                  <a:pt x="14" y="698"/>
                  <a:pt x="0" y="820"/>
                </a:cubicBezTo>
                <a:cubicBezTo>
                  <a:pt x="11" y="987"/>
                  <a:pt x="184" y="1193"/>
                  <a:pt x="261" y="1334"/>
                </a:cubicBezTo>
                <a:cubicBezTo>
                  <a:pt x="260" y="1398"/>
                  <a:pt x="378" y="1631"/>
                  <a:pt x="374"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100365" name="Picture 4" descr="C:\Documents and Settings\Jeong\Desktop\bw01.jpg"/>
          <p:cNvPicPr>
            <a:picLocks noChangeAspect="1" noChangeArrowheads="1"/>
          </p:cNvPicPr>
          <p:nvPr/>
        </p:nvPicPr>
        <p:blipFill>
          <a:blip r:embed="rId3"/>
          <a:srcRect/>
          <a:stretch>
            <a:fillRect/>
          </a:stretch>
        </p:blipFill>
        <p:spPr bwMode="auto">
          <a:xfrm>
            <a:off x="500063" y="3500438"/>
            <a:ext cx="1000125" cy="806450"/>
          </a:xfrm>
          <a:prstGeom prst="rect">
            <a:avLst/>
          </a:prstGeom>
          <a:noFill/>
          <a:ln w="9525">
            <a:noFill/>
            <a:miter lim="800000"/>
            <a:headEnd/>
            <a:tailEnd/>
          </a:ln>
        </p:spPr>
      </p:pic>
      <p:pic>
        <p:nvPicPr>
          <p:cNvPr id="63500" name="Picture 2" descr="C:\Documents and Settings\Jeong\Desktop\200604.jpg"/>
          <p:cNvPicPr>
            <a:picLocks noChangeAspect="1" noChangeArrowheads="1"/>
          </p:cNvPicPr>
          <p:nvPr/>
        </p:nvPicPr>
        <p:blipFill>
          <a:blip r:embed="rId4"/>
          <a:srcRect/>
          <a:stretch>
            <a:fillRect/>
          </a:stretch>
        </p:blipFill>
        <p:spPr bwMode="auto">
          <a:xfrm>
            <a:off x="4857750" y="4286250"/>
            <a:ext cx="1712913" cy="1712913"/>
          </a:xfrm>
          <a:prstGeom prst="rect">
            <a:avLst/>
          </a:prstGeom>
          <a:noFill/>
          <a:ln w="9525">
            <a:noFill/>
            <a:miter lim="800000"/>
            <a:headEnd/>
            <a:tailEnd/>
          </a:ln>
        </p:spPr>
      </p:pic>
      <p:grpSp>
        <p:nvGrpSpPr>
          <p:cNvPr id="3" name="Group 21"/>
          <p:cNvGrpSpPr>
            <a:grpSpLocks/>
          </p:cNvGrpSpPr>
          <p:nvPr/>
        </p:nvGrpSpPr>
        <p:grpSpPr bwMode="auto">
          <a:xfrm>
            <a:off x="5572125" y="4294188"/>
            <a:ext cx="1357313" cy="520700"/>
            <a:chOff x="5572125" y="4294188"/>
            <a:chExt cx="1357313" cy="520700"/>
          </a:xfrm>
        </p:grpSpPr>
        <p:sp>
          <p:nvSpPr>
            <p:cNvPr id="100381" name="Freeform 9"/>
            <p:cNvSpPr>
              <a:spLocks/>
            </p:cNvSpPr>
            <p:nvPr/>
          </p:nvSpPr>
          <p:spPr bwMode="auto">
            <a:xfrm>
              <a:off x="5572125" y="4311650"/>
              <a:ext cx="1357313" cy="93663"/>
            </a:xfrm>
            <a:custGeom>
              <a:avLst/>
              <a:gdLst>
                <a:gd name="T0" fmla="*/ 2147483647 w 456"/>
                <a:gd name="T1" fmla="*/ 0 h 29"/>
                <a:gd name="T2" fmla="*/ 0 w 456"/>
                <a:gd name="T3" fmla="*/ 2147483647 h 29"/>
                <a:gd name="T4" fmla="*/ 0 60000 65536"/>
                <a:gd name="T5" fmla="*/ 0 60000 65536"/>
                <a:gd name="T6" fmla="*/ 0 w 456"/>
                <a:gd name="T7" fmla="*/ 0 h 29"/>
                <a:gd name="T8" fmla="*/ 456 w 456"/>
                <a:gd name="T9" fmla="*/ 29 h 29"/>
              </a:gdLst>
              <a:ahLst/>
              <a:cxnLst>
                <a:cxn ang="T4">
                  <a:pos x="T0" y="T1"/>
                </a:cxn>
                <a:cxn ang="T5">
                  <a:pos x="T2" y="T3"/>
                </a:cxn>
              </a:cxnLst>
              <a:rect l="T6" t="T7" r="T8" b="T9"/>
              <a:pathLst>
                <a:path w="456" h="29">
                  <a:moveTo>
                    <a:pt x="456" y="0"/>
                  </a:moveTo>
                  <a:lnTo>
                    <a:pt x="0" y="29"/>
                  </a:lnTo>
                </a:path>
              </a:pathLst>
            </a:custGeom>
            <a:noFill/>
            <a:ln w="12700">
              <a:solidFill>
                <a:srgbClr val="0066FF"/>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0382" name="Freeform 9"/>
            <p:cNvSpPr>
              <a:spLocks/>
            </p:cNvSpPr>
            <p:nvPr/>
          </p:nvSpPr>
          <p:spPr bwMode="auto">
            <a:xfrm>
              <a:off x="5786438" y="4294188"/>
              <a:ext cx="1143000" cy="520700"/>
            </a:xfrm>
            <a:custGeom>
              <a:avLst/>
              <a:gdLst>
                <a:gd name="T0" fmla="*/ 2147483647 w 384"/>
                <a:gd name="T1" fmla="*/ 0 h 49"/>
                <a:gd name="T2" fmla="*/ 0 w 384"/>
                <a:gd name="T3" fmla="*/ 2147483647 h 49"/>
                <a:gd name="T4" fmla="*/ 0 60000 65536"/>
                <a:gd name="T5" fmla="*/ 0 60000 65536"/>
                <a:gd name="T6" fmla="*/ 0 w 384"/>
                <a:gd name="T7" fmla="*/ 0 h 49"/>
                <a:gd name="T8" fmla="*/ 384 w 384"/>
                <a:gd name="T9" fmla="*/ 49 h 49"/>
              </a:gdLst>
              <a:ahLst/>
              <a:cxnLst>
                <a:cxn ang="T4">
                  <a:pos x="T0" y="T1"/>
                </a:cxn>
                <a:cxn ang="T5">
                  <a:pos x="T2" y="T3"/>
                </a:cxn>
              </a:cxnLst>
              <a:rect l="T6" t="T7" r="T8" b="T9"/>
              <a:pathLst>
                <a:path w="384" h="49">
                  <a:moveTo>
                    <a:pt x="384" y="0"/>
                  </a:moveTo>
                  <a:lnTo>
                    <a:pt x="0" y="49"/>
                  </a:lnTo>
                </a:path>
              </a:pathLst>
            </a:custGeom>
            <a:noFill/>
            <a:ln w="12700">
              <a:solidFill>
                <a:srgbClr val="0066FF"/>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grpSp>
        <p:nvGrpSpPr>
          <p:cNvPr id="4" name="Group 26"/>
          <p:cNvGrpSpPr>
            <a:grpSpLocks/>
          </p:cNvGrpSpPr>
          <p:nvPr/>
        </p:nvGrpSpPr>
        <p:grpSpPr bwMode="auto">
          <a:xfrm>
            <a:off x="3924300" y="4500563"/>
            <a:ext cx="1433513" cy="1470025"/>
            <a:chOff x="3924000" y="4500570"/>
            <a:chExt cx="1433813" cy="1470018"/>
          </a:xfrm>
        </p:grpSpPr>
        <p:sp>
          <p:nvSpPr>
            <p:cNvPr id="100379" name="Freeform 9"/>
            <p:cNvSpPr>
              <a:spLocks/>
            </p:cNvSpPr>
            <p:nvPr/>
          </p:nvSpPr>
          <p:spPr bwMode="auto">
            <a:xfrm>
              <a:off x="3949700" y="5072063"/>
              <a:ext cx="1408113" cy="898525"/>
            </a:xfrm>
            <a:custGeom>
              <a:avLst/>
              <a:gdLst>
                <a:gd name="T0" fmla="*/ 2147483647 w 473"/>
                <a:gd name="T1" fmla="*/ 0 h 278"/>
                <a:gd name="T2" fmla="*/ 0 w 473"/>
                <a:gd name="T3" fmla="*/ 2147483647 h 278"/>
                <a:gd name="T4" fmla="*/ 0 60000 65536"/>
                <a:gd name="T5" fmla="*/ 0 60000 65536"/>
                <a:gd name="T6" fmla="*/ 0 w 473"/>
                <a:gd name="T7" fmla="*/ 0 h 278"/>
                <a:gd name="T8" fmla="*/ 473 w 473"/>
                <a:gd name="T9" fmla="*/ 278 h 278"/>
              </a:gdLst>
              <a:ahLst/>
              <a:cxnLst>
                <a:cxn ang="T4">
                  <a:pos x="T0" y="T1"/>
                </a:cxn>
                <a:cxn ang="T5">
                  <a:pos x="T2" y="T3"/>
                </a:cxn>
              </a:cxnLst>
              <a:rect l="T6" t="T7" r="T8" b="T9"/>
              <a:pathLst>
                <a:path w="473" h="278">
                  <a:moveTo>
                    <a:pt x="473" y="0"/>
                  </a:moveTo>
                  <a:cubicBezTo>
                    <a:pt x="345" y="69"/>
                    <a:pt x="0" y="278"/>
                    <a:pt x="0" y="278"/>
                  </a:cubicBezTo>
                </a:path>
              </a:pathLst>
            </a:custGeom>
            <a:noFill/>
            <a:ln w="12700">
              <a:solidFill>
                <a:srgbClr val="0066FF"/>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0380" name="Freeform 9"/>
            <p:cNvSpPr>
              <a:spLocks/>
            </p:cNvSpPr>
            <p:nvPr/>
          </p:nvSpPr>
          <p:spPr bwMode="auto">
            <a:xfrm>
              <a:off x="3924000" y="4500570"/>
              <a:ext cx="1193770" cy="685206"/>
            </a:xfrm>
            <a:custGeom>
              <a:avLst/>
              <a:gdLst>
                <a:gd name="T0" fmla="*/ 2147483647 w 401"/>
                <a:gd name="T1" fmla="*/ 0 h 212"/>
                <a:gd name="T2" fmla="*/ 0 w 401"/>
                <a:gd name="T3" fmla="*/ 2147483647 h 212"/>
                <a:gd name="T4" fmla="*/ 0 60000 65536"/>
                <a:gd name="T5" fmla="*/ 0 60000 65536"/>
                <a:gd name="T6" fmla="*/ 0 w 401"/>
                <a:gd name="T7" fmla="*/ 0 h 212"/>
                <a:gd name="T8" fmla="*/ 401 w 401"/>
                <a:gd name="T9" fmla="*/ 212 h 212"/>
              </a:gdLst>
              <a:ahLst/>
              <a:cxnLst>
                <a:cxn ang="T4">
                  <a:pos x="T0" y="T1"/>
                </a:cxn>
                <a:cxn ang="T5">
                  <a:pos x="T2" y="T3"/>
                </a:cxn>
              </a:cxnLst>
              <a:rect l="T6" t="T7" r="T8" b="T9"/>
              <a:pathLst>
                <a:path w="401" h="212">
                  <a:moveTo>
                    <a:pt x="401" y="0"/>
                  </a:moveTo>
                  <a:cubicBezTo>
                    <a:pt x="273" y="69"/>
                    <a:pt x="0" y="212"/>
                    <a:pt x="0" y="212"/>
                  </a:cubicBezTo>
                </a:path>
              </a:pathLst>
            </a:custGeom>
            <a:noFill/>
            <a:ln w="12700">
              <a:solidFill>
                <a:srgbClr val="0066FF"/>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grpSp>
        <p:nvGrpSpPr>
          <p:cNvPr id="5" name="Group 28"/>
          <p:cNvGrpSpPr>
            <a:grpSpLocks/>
          </p:cNvGrpSpPr>
          <p:nvPr/>
        </p:nvGrpSpPr>
        <p:grpSpPr bwMode="auto">
          <a:xfrm>
            <a:off x="785813" y="5194300"/>
            <a:ext cx="3201987" cy="774700"/>
            <a:chOff x="785813" y="5194300"/>
            <a:chExt cx="3202499" cy="774700"/>
          </a:xfrm>
        </p:grpSpPr>
        <p:grpSp>
          <p:nvGrpSpPr>
            <p:cNvPr id="100375" name="Group 23"/>
            <p:cNvGrpSpPr>
              <a:grpSpLocks/>
            </p:cNvGrpSpPr>
            <p:nvPr/>
          </p:nvGrpSpPr>
          <p:grpSpPr bwMode="auto">
            <a:xfrm>
              <a:off x="785813" y="5194300"/>
              <a:ext cx="3202499" cy="774700"/>
              <a:chOff x="785813" y="5194300"/>
              <a:chExt cx="3202499" cy="774700"/>
            </a:xfrm>
          </p:grpSpPr>
          <p:sp>
            <p:nvSpPr>
              <p:cNvPr id="100377" name="Freeform 9"/>
              <p:cNvSpPr>
                <a:spLocks/>
              </p:cNvSpPr>
              <p:nvPr/>
            </p:nvSpPr>
            <p:spPr bwMode="auto">
              <a:xfrm flipV="1">
                <a:off x="878400" y="5214938"/>
                <a:ext cx="3109912" cy="720725"/>
              </a:xfrm>
              <a:custGeom>
                <a:avLst/>
                <a:gdLst>
                  <a:gd name="T0" fmla="*/ 2147483647 w 564"/>
                  <a:gd name="T1" fmla="*/ 0 h 1654"/>
                  <a:gd name="T2" fmla="*/ 2147483647 w 564"/>
                  <a:gd name="T3" fmla="*/ 2147483647 h 1654"/>
                  <a:gd name="T4" fmla="*/ 2147483647 w 564"/>
                  <a:gd name="T5" fmla="*/ 2147483647 h 1654"/>
                  <a:gd name="T6" fmla="*/ 2147483647 w 564"/>
                  <a:gd name="T7" fmla="*/ 2147483647 h 1654"/>
                  <a:gd name="T8" fmla="*/ 2147483647 w 564"/>
                  <a:gd name="T9" fmla="*/ 2147483647 h 1654"/>
                  <a:gd name="T10" fmla="*/ 0 w 564"/>
                  <a:gd name="T11" fmla="*/ 2147483647 h 1654"/>
                  <a:gd name="T12" fmla="*/ 2147483647 w 564"/>
                  <a:gd name="T13" fmla="*/ 2147483647 h 1654"/>
                  <a:gd name="T14" fmla="*/ 2147483647 w 564"/>
                  <a:gd name="T15" fmla="*/ 2147483647 h 1654"/>
                  <a:gd name="T16" fmla="*/ 2147483647 w 564"/>
                  <a:gd name="T17" fmla="*/ 2147483647 h 16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4"/>
                  <a:gd name="T28" fmla="*/ 0 h 1654"/>
                  <a:gd name="T29" fmla="*/ 564 w 564"/>
                  <a:gd name="T30" fmla="*/ 1654 h 16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4" h="1654">
                    <a:moveTo>
                      <a:pt x="536" y="0"/>
                    </a:moveTo>
                    <a:cubicBezTo>
                      <a:pt x="505" y="30"/>
                      <a:pt x="9" y="194"/>
                      <a:pt x="8" y="255"/>
                    </a:cubicBezTo>
                    <a:cubicBezTo>
                      <a:pt x="7" y="316"/>
                      <a:pt x="493" y="352"/>
                      <a:pt x="527" y="367"/>
                    </a:cubicBezTo>
                    <a:cubicBezTo>
                      <a:pt x="542" y="440"/>
                      <a:pt x="2" y="544"/>
                      <a:pt x="4" y="616"/>
                    </a:cubicBezTo>
                    <a:cubicBezTo>
                      <a:pt x="6" y="688"/>
                      <a:pt x="532" y="727"/>
                      <a:pt x="539" y="799"/>
                    </a:cubicBezTo>
                    <a:cubicBezTo>
                      <a:pt x="546" y="872"/>
                      <a:pt x="0" y="982"/>
                      <a:pt x="0" y="1060"/>
                    </a:cubicBezTo>
                    <a:cubicBezTo>
                      <a:pt x="0" y="1138"/>
                      <a:pt x="516" y="1203"/>
                      <a:pt x="540" y="1267"/>
                    </a:cubicBezTo>
                    <a:cubicBezTo>
                      <a:pt x="564" y="1332"/>
                      <a:pt x="9" y="1374"/>
                      <a:pt x="8" y="1438"/>
                    </a:cubicBezTo>
                    <a:cubicBezTo>
                      <a:pt x="7" y="1502"/>
                      <a:pt x="440" y="1618"/>
                      <a:pt x="531" y="1654"/>
                    </a:cubicBezTo>
                  </a:path>
                </a:pathLst>
              </a:custGeom>
              <a:noFill/>
              <a:ln w="12700">
                <a:solidFill>
                  <a:srgbClr val="FF33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0378" name="Rectangle 57"/>
              <p:cNvSpPr>
                <a:spLocks noChangeArrowheads="1"/>
              </p:cNvSpPr>
              <p:nvPr/>
            </p:nvSpPr>
            <p:spPr bwMode="auto">
              <a:xfrm>
                <a:off x="785813" y="5194300"/>
                <a:ext cx="3143250" cy="774700"/>
              </a:xfrm>
              <a:prstGeom prst="rect">
                <a:avLst/>
              </a:prstGeom>
              <a:noFill/>
              <a:ln w="38100">
                <a:solidFill>
                  <a:srgbClr val="0066FF"/>
                </a:solidFill>
                <a:miter lim="800000"/>
                <a:headEnd/>
                <a:tailEnd/>
              </a:ln>
            </p:spPr>
            <p:txBody>
              <a:bodyPr>
                <a:prstTxWarp prst="textNoShape">
                  <a:avLst/>
                </a:prstTxWarp>
                <a:spAutoFit/>
              </a:bodyPr>
              <a:lstStyle/>
              <a:p>
                <a:pPr algn="ctr">
                  <a:spcBef>
                    <a:spcPct val="0"/>
                  </a:spcBef>
                  <a:buFontTx/>
                  <a:buNone/>
                </a:pPr>
                <a:r>
                  <a:rPr lang="en-GB" altLang="ko-KR" b="0">
                    <a:solidFill>
                      <a:srgbClr val="FF0000"/>
                    </a:solidFill>
                    <a:latin typeface="Times New Roman" pitchFamily="-28" charset="0"/>
                  </a:rPr>
                  <a:t>      </a:t>
                </a:r>
              </a:p>
              <a:p>
                <a:pPr algn="ctr">
                  <a:spcBef>
                    <a:spcPct val="0"/>
                  </a:spcBef>
                  <a:buFontTx/>
                  <a:buNone/>
                </a:pPr>
                <a:endParaRPr lang="en-GB" altLang="ko-KR" b="0">
                  <a:solidFill>
                    <a:srgbClr val="FF0000"/>
                  </a:solidFill>
                  <a:latin typeface="Times New Roman" pitchFamily="-28" charset="0"/>
                </a:endParaRPr>
              </a:p>
              <a:p>
                <a:pPr algn="ctr">
                  <a:spcBef>
                    <a:spcPct val="0"/>
                  </a:spcBef>
                  <a:buFontTx/>
                  <a:buNone/>
                </a:pPr>
                <a:endParaRPr lang="en-GB" altLang="ko-KR" b="0">
                  <a:solidFill>
                    <a:srgbClr val="FF0000"/>
                  </a:solidFill>
                  <a:latin typeface="Times New Roman" pitchFamily="-28" charset="0"/>
                </a:endParaRPr>
              </a:p>
            </p:txBody>
          </p:sp>
        </p:grpSp>
        <p:sp>
          <p:nvSpPr>
            <p:cNvPr id="100376" name="Freeform 24"/>
            <p:cNvSpPr>
              <a:spLocks/>
            </p:cNvSpPr>
            <p:nvPr/>
          </p:nvSpPr>
          <p:spPr bwMode="auto">
            <a:xfrm>
              <a:off x="3857620" y="5214950"/>
              <a:ext cx="3175" cy="720000"/>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pSp>
      <p:grpSp>
        <p:nvGrpSpPr>
          <p:cNvPr id="100370" name="Group 26"/>
          <p:cNvGrpSpPr>
            <a:grpSpLocks/>
          </p:cNvGrpSpPr>
          <p:nvPr/>
        </p:nvGrpSpPr>
        <p:grpSpPr bwMode="auto">
          <a:xfrm>
            <a:off x="4000500" y="2500313"/>
            <a:ext cx="446088" cy="2000250"/>
            <a:chOff x="4000496" y="2500306"/>
            <a:chExt cx="446088" cy="2000262"/>
          </a:xfrm>
        </p:grpSpPr>
        <p:sp>
          <p:nvSpPr>
            <p:cNvPr id="100374"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100354" name="Object 3"/>
            <p:cNvGraphicFramePr>
              <a:graphicFrameLocks noChangeAspect="1"/>
            </p:cNvGraphicFramePr>
            <p:nvPr/>
          </p:nvGraphicFramePr>
          <p:xfrm>
            <a:off x="4071934" y="2500306"/>
            <a:ext cx="241300" cy="338137"/>
          </p:xfrm>
          <a:graphic>
            <a:graphicData uri="http://schemas.openxmlformats.org/presentationml/2006/ole">
              <p:oleObj spid="_x0000_s100354" name="Equation" r:id="rId5" imgW="88560" imgH="164880" progId="Equation.DSMT4">
                <p:embed/>
              </p:oleObj>
            </a:graphicData>
          </a:graphic>
        </p:graphicFrame>
        <p:graphicFrame>
          <p:nvGraphicFramePr>
            <p:cNvPr id="100355" name="Object 3"/>
            <p:cNvGraphicFramePr>
              <a:graphicFrameLocks noChangeAspect="1"/>
            </p:cNvGraphicFramePr>
            <p:nvPr/>
          </p:nvGraphicFramePr>
          <p:xfrm>
            <a:off x="4000496" y="4143380"/>
            <a:ext cx="446088" cy="357188"/>
          </p:xfrm>
          <a:graphic>
            <a:graphicData uri="http://schemas.openxmlformats.org/presentationml/2006/ole">
              <p:oleObj spid="_x0000_s100355" name="Equation" r:id="rId6" imgW="126720" imgH="164880" progId="Equation.DSMT4">
                <p:embed/>
              </p:oleObj>
            </a:graphicData>
          </a:graphic>
        </p:graphicFrame>
      </p:grpSp>
      <p:grpSp>
        <p:nvGrpSpPr>
          <p:cNvPr id="8" name="Group 34"/>
          <p:cNvGrpSpPr>
            <a:grpSpLocks/>
          </p:cNvGrpSpPr>
          <p:nvPr/>
        </p:nvGrpSpPr>
        <p:grpSpPr bwMode="auto">
          <a:xfrm>
            <a:off x="4962525" y="5357813"/>
            <a:ext cx="2605088" cy="1114425"/>
            <a:chOff x="4962873" y="5357337"/>
            <a:chExt cx="2605205" cy="1114979"/>
          </a:xfrm>
        </p:grpSpPr>
        <p:sp>
          <p:nvSpPr>
            <p:cNvPr id="100372" name="Rectangle 31"/>
            <p:cNvSpPr>
              <a:spLocks noChangeArrowheads="1"/>
            </p:cNvSpPr>
            <p:nvPr/>
          </p:nvSpPr>
          <p:spPr bwMode="auto">
            <a:xfrm>
              <a:off x="5143504" y="6072206"/>
              <a:ext cx="2424574" cy="400110"/>
            </a:xfrm>
            <a:prstGeom prst="rect">
              <a:avLst/>
            </a:prstGeom>
            <a:noFill/>
            <a:ln w="9525">
              <a:noFill/>
              <a:miter lim="800000"/>
              <a:headEnd/>
              <a:tailEnd/>
            </a:ln>
          </p:spPr>
          <p:txBody>
            <a:bodyPr wrap="none">
              <a:prstTxWarp prst="textNoShape">
                <a:avLst/>
              </a:prstTxWarp>
              <a:spAutoFit/>
            </a:bodyPr>
            <a:lstStyle/>
            <a:p>
              <a:pPr>
                <a:buFontTx/>
                <a:buNone/>
              </a:pPr>
              <a:r>
                <a:rPr lang="en-US" sz="2000">
                  <a:solidFill>
                    <a:schemeClr val="tx1"/>
                  </a:solidFill>
                  <a:latin typeface="Times New Roman" pitchFamily="-28" charset="0"/>
                </a:rPr>
                <a:t>Very good magnifier</a:t>
              </a:r>
              <a:endParaRPr lang="en-AU" sz="2000">
                <a:solidFill>
                  <a:schemeClr val="tx1"/>
                </a:solidFill>
                <a:latin typeface="Times New Roman" pitchFamily="-28" charset="0"/>
              </a:endParaRPr>
            </a:p>
          </p:txBody>
        </p:sp>
        <p:sp>
          <p:nvSpPr>
            <p:cNvPr id="100373" name="Freeform 9"/>
            <p:cNvSpPr>
              <a:spLocks/>
            </p:cNvSpPr>
            <p:nvPr/>
          </p:nvSpPr>
          <p:spPr bwMode="auto">
            <a:xfrm>
              <a:off x="4962873" y="5357337"/>
              <a:ext cx="466383" cy="737383"/>
            </a:xfrm>
            <a:custGeom>
              <a:avLst/>
              <a:gdLst>
                <a:gd name="T0" fmla="*/ 2147483647 w 229"/>
                <a:gd name="T1" fmla="*/ 0 h 230"/>
                <a:gd name="T2" fmla="*/ 2147483647 w 229"/>
                <a:gd name="T3" fmla="*/ 2147483647 h 230"/>
                <a:gd name="T4" fmla="*/ 2147483647 w 229"/>
                <a:gd name="T5" fmla="*/ 2147483647 h 230"/>
                <a:gd name="T6" fmla="*/ 2147483647 w 229"/>
                <a:gd name="T7" fmla="*/ 2147483647 h 230"/>
                <a:gd name="T8" fmla="*/ 0 60000 65536"/>
                <a:gd name="T9" fmla="*/ 0 60000 65536"/>
                <a:gd name="T10" fmla="*/ 0 60000 65536"/>
                <a:gd name="T11" fmla="*/ 0 60000 65536"/>
                <a:gd name="T12" fmla="*/ 0 w 229"/>
                <a:gd name="T13" fmla="*/ 0 h 230"/>
                <a:gd name="T14" fmla="*/ 229 w 229"/>
                <a:gd name="T15" fmla="*/ 230 h 230"/>
              </a:gdLst>
              <a:ahLst/>
              <a:cxnLst>
                <a:cxn ang="T8">
                  <a:pos x="T0" y="T1"/>
                </a:cxn>
                <a:cxn ang="T9">
                  <a:pos x="T2" y="T3"/>
                </a:cxn>
                <a:cxn ang="T10">
                  <a:pos x="T4" y="T5"/>
                </a:cxn>
                <a:cxn ang="T11">
                  <a:pos x="T6" y="T7"/>
                </a:cxn>
              </a:cxnLst>
              <a:rect l="T12" t="T13" r="T14" b="T15"/>
              <a:pathLst>
                <a:path w="229" h="230">
                  <a:moveTo>
                    <a:pt x="229" y="0"/>
                  </a:moveTo>
                  <a:lnTo>
                    <a:pt x="49" y="73"/>
                  </a:lnTo>
                  <a:cubicBezTo>
                    <a:pt x="23" y="91"/>
                    <a:pt x="0" y="150"/>
                    <a:pt x="6" y="176"/>
                  </a:cubicBezTo>
                  <a:cubicBezTo>
                    <a:pt x="12" y="202"/>
                    <a:pt x="103" y="221"/>
                    <a:pt x="88" y="230"/>
                  </a:cubicBezTo>
                </a:path>
              </a:pathLst>
            </a:custGeom>
            <a:noFill/>
            <a:ln w="12700">
              <a:solidFill>
                <a:schemeClr val="tx1"/>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500"/>
                                        </p:tgtEl>
                                        <p:attrNameLst>
                                          <p:attrName>style.visibility</p:attrName>
                                        </p:attrNameLst>
                                      </p:cBhvr>
                                      <p:to>
                                        <p:strVal val="visible"/>
                                      </p:to>
                                    </p:set>
                                    <p:anim calcmode="lin" valueType="num">
                                      <p:cBhvr additive="base">
                                        <p:cTn id="7" dur="500" fill="hold"/>
                                        <p:tgtEl>
                                          <p:spTgt spid="63500"/>
                                        </p:tgtEl>
                                        <p:attrNameLst>
                                          <p:attrName>ppt_x</p:attrName>
                                        </p:attrNameLst>
                                      </p:cBhvr>
                                      <p:tavLst>
                                        <p:tav tm="0">
                                          <p:val>
                                            <p:strVal val="#ppt_x"/>
                                          </p:val>
                                        </p:tav>
                                        <p:tav tm="100000">
                                          <p:val>
                                            <p:strVal val="#ppt_x"/>
                                          </p:val>
                                        </p:tav>
                                      </p:tavLst>
                                    </p:anim>
                                    <p:anim calcmode="lin" valueType="num">
                                      <p:cBhvr additive="base">
                                        <p:cTn id="8" dur="500" fill="hold"/>
                                        <p:tgtEl>
                                          <p:spTgt spid="635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1379" name="Rectangle 3"/>
          <p:cNvSpPr>
            <a:spLocks noGrp="1"/>
          </p:cNvSpPr>
          <p:nvPr>
            <p:ph type="body" idx="1"/>
          </p:nvPr>
        </p:nvSpPr>
        <p:spPr>
          <a:xfrm>
            <a:off x="468313" y="1557338"/>
            <a:ext cx="8207375" cy="4525962"/>
          </a:xfrm>
        </p:spPr>
        <p:txBody>
          <a:bodyPr/>
          <a:lstStyle/>
          <a:p>
            <a:pPr>
              <a:buFont typeface="Arial" pitchFamily="-28" charset="0"/>
              <a:buNone/>
            </a:pPr>
            <a:r>
              <a:rPr lang="en-US" altLang="ko-KR" sz="4000" b="1">
                <a:ea typeface="굴림" pitchFamily="-28" charset="-127"/>
                <a:cs typeface="굴림" pitchFamily="-28" charset="-127"/>
              </a:rPr>
              <a:t>   </a:t>
            </a:r>
            <a:r>
              <a:rPr lang="en-US" altLang="ko-KR" sz="3600" b="1">
                <a:solidFill>
                  <a:schemeClr val="hlink"/>
                </a:solidFill>
                <a:ea typeface="굴림" pitchFamily="-28" charset="-127"/>
                <a:cs typeface="굴림" pitchFamily="-28" charset="-127"/>
              </a:rPr>
              <a:t>This is only a part of the story….</a:t>
            </a:r>
          </a:p>
          <a:p>
            <a:pPr>
              <a:buFont typeface="Arial" pitchFamily="-28" charset="0"/>
              <a:buNone/>
            </a:pPr>
            <a:endParaRPr lang="en-US" altLang="ko-KR" sz="3600" b="1">
              <a:ea typeface="굴림" pitchFamily="-28" charset="-127"/>
              <a:cs typeface="굴림" pitchFamily="-28" charset="-127"/>
            </a:endParaRPr>
          </a:p>
          <a:p>
            <a:pPr>
              <a:buFontTx/>
              <a:buChar char="•"/>
            </a:pPr>
            <a:r>
              <a:rPr lang="en-US" altLang="ko-KR" b="1">
                <a:ea typeface="굴림" pitchFamily="-28" charset="-127"/>
                <a:cs typeface="굴림" pitchFamily="-28" charset="-127"/>
              </a:rPr>
              <a:t>Certain physical systems allow for exotic measurements with quite large systems.</a:t>
            </a:r>
          </a:p>
          <a:p>
            <a:pPr>
              <a:buFontTx/>
              <a:buChar char="•"/>
            </a:pPr>
            <a:r>
              <a:rPr lang="en-US" altLang="ko-KR" b="1">
                <a:ea typeface="굴림" pitchFamily="-28" charset="-127"/>
                <a:cs typeface="굴림" pitchFamily="-28" charset="-127"/>
              </a:rPr>
              <a:t>It is still extremely difficult to observe macroscopic quantum interference.</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03" name="Rectangle 3"/>
          <p:cNvSpPr>
            <a:spLocks noGrp="1"/>
          </p:cNvSpPr>
          <p:nvPr>
            <p:ph type="body" idx="1"/>
          </p:nvPr>
        </p:nvSpPr>
        <p:spPr/>
        <p:txBody>
          <a:bodyPr/>
          <a:lstStyle/>
          <a:p>
            <a:pPr>
              <a:buFont typeface="Arial" pitchFamily="-28" charset="0"/>
              <a:buNone/>
            </a:pPr>
            <a:r>
              <a:rPr lang="en-US" altLang="ko-KR">
                <a:ea typeface="굴림" pitchFamily="-28" charset="-127"/>
                <a:cs typeface="굴림" pitchFamily="-28" charset="-127"/>
              </a:rPr>
              <a:t>    “</a:t>
            </a:r>
            <a:r>
              <a:rPr lang="en-US" altLang="ko-KR" b="1">
                <a:ea typeface="굴림" pitchFamily="-28" charset="-127"/>
                <a:cs typeface="굴림" pitchFamily="-28" charset="-127"/>
              </a:rPr>
              <a:t>The idea that the “openness” of quantum systems might have anything to do with the transition from quantum to classical was ignored for a very long time, probably because in classical physics problems of fundamental importance were always settled in isolated systems.” (Zurek)</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3428"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103429" name="Freeform 24"/>
          <p:cNvSpPr>
            <a:spLocks/>
          </p:cNvSpPr>
          <p:nvPr/>
        </p:nvSpPr>
        <p:spPr bwMode="auto">
          <a:xfrm>
            <a:off x="4429125" y="2000250"/>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103430"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103431" name="Freeform 24"/>
          <p:cNvSpPr>
            <a:spLocks/>
          </p:cNvSpPr>
          <p:nvPr/>
        </p:nvSpPr>
        <p:spPr bwMode="auto">
          <a:xfrm>
            <a:off x="7786688" y="1928813"/>
            <a:ext cx="3175" cy="3240087"/>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64518" name="Freeform 9"/>
          <p:cNvSpPr>
            <a:spLocks/>
          </p:cNvSpPr>
          <p:nvPr/>
        </p:nvSpPr>
        <p:spPr bwMode="auto">
          <a:xfrm>
            <a:off x="4143375" y="2857500"/>
            <a:ext cx="709613" cy="234950"/>
          </a:xfrm>
          <a:custGeom>
            <a:avLst/>
            <a:gdLst>
              <a:gd name="T0" fmla="*/ 2147483647 w 453"/>
              <a:gd name="T1" fmla="*/ 0 h 128"/>
              <a:gd name="T2" fmla="*/ 0 w 453"/>
              <a:gd name="T3" fmla="*/ 2147483647 h 128"/>
              <a:gd name="T4" fmla="*/ 0 60000 65536"/>
              <a:gd name="T5" fmla="*/ 0 60000 65536"/>
              <a:gd name="T6" fmla="*/ 0 w 453"/>
              <a:gd name="T7" fmla="*/ 0 h 128"/>
              <a:gd name="T8" fmla="*/ 453 w 453"/>
              <a:gd name="T9" fmla="*/ 128 h 128"/>
            </a:gdLst>
            <a:ahLst/>
            <a:cxnLst>
              <a:cxn ang="T4">
                <a:pos x="T0" y="T1"/>
              </a:cxn>
              <a:cxn ang="T5">
                <a:pos x="T2" y="T3"/>
              </a:cxn>
            </a:cxnLst>
            <a:rect l="T6" t="T7" r="T8" b="T9"/>
            <a:pathLst>
              <a:path w="453" h="128">
                <a:moveTo>
                  <a:pt x="453" y="0"/>
                </a:moveTo>
                <a:cubicBezTo>
                  <a:pt x="385" y="22"/>
                  <a:pt x="257" y="61"/>
                  <a:pt x="0" y="128"/>
                </a:cubicBez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64519" name="Freeform 9"/>
          <p:cNvSpPr>
            <a:spLocks/>
          </p:cNvSpPr>
          <p:nvPr/>
        </p:nvSpPr>
        <p:spPr bwMode="auto">
          <a:xfrm flipV="1">
            <a:off x="4143375" y="4000500"/>
            <a:ext cx="714375" cy="176213"/>
          </a:xfrm>
          <a:custGeom>
            <a:avLst/>
            <a:gdLst>
              <a:gd name="T0" fmla="*/ 2147483647 w 456"/>
              <a:gd name="T1" fmla="*/ 0 h 96"/>
              <a:gd name="T2" fmla="*/ 0 w 456"/>
              <a:gd name="T3" fmla="*/ 2147483647 h 96"/>
              <a:gd name="T4" fmla="*/ 0 60000 65536"/>
              <a:gd name="T5" fmla="*/ 0 60000 65536"/>
              <a:gd name="T6" fmla="*/ 0 w 456"/>
              <a:gd name="T7" fmla="*/ 0 h 96"/>
              <a:gd name="T8" fmla="*/ 456 w 456"/>
              <a:gd name="T9" fmla="*/ 96 h 96"/>
            </a:gdLst>
            <a:ahLst/>
            <a:cxnLst>
              <a:cxn ang="T4">
                <a:pos x="T0" y="T1"/>
              </a:cxn>
              <a:cxn ang="T5">
                <a:pos x="T2" y="T3"/>
              </a:cxn>
            </a:cxnLst>
            <a:rect l="T6" t="T7" r="T8" b="T9"/>
            <a:pathLst>
              <a:path w="456" h="96">
                <a:moveTo>
                  <a:pt x="456" y="0"/>
                </a:moveTo>
                <a:lnTo>
                  <a:pt x="0" y="96"/>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nvGrpSpPr>
          <p:cNvPr id="103434" name="Group 16"/>
          <p:cNvGrpSpPr>
            <a:grpSpLocks/>
          </p:cNvGrpSpPr>
          <p:nvPr/>
        </p:nvGrpSpPr>
        <p:grpSpPr bwMode="auto">
          <a:xfrm>
            <a:off x="1571625" y="3429000"/>
            <a:ext cx="285750" cy="307975"/>
            <a:chOff x="1928794" y="3357542"/>
            <a:chExt cx="284996" cy="308622"/>
          </a:xfrm>
        </p:grpSpPr>
        <p:sp>
          <p:nvSpPr>
            <p:cNvPr id="103463" name="Freeform 9"/>
            <p:cNvSpPr>
              <a:spLocks/>
            </p:cNvSpPr>
            <p:nvPr/>
          </p:nvSpPr>
          <p:spPr bwMode="auto">
            <a:xfrm flipV="1">
              <a:off x="1928794" y="3357542"/>
              <a:ext cx="284996" cy="142896"/>
            </a:xfrm>
            <a:custGeom>
              <a:avLst/>
              <a:gdLst>
                <a:gd name="T0" fmla="*/ 2147483647 w 182"/>
                <a:gd name="T1" fmla="*/ 2147483647 h 78"/>
                <a:gd name="T2" fmla="*/ 0 w 182"/>
                <a:gd name="T3" fmla="*/ 0 h 78"/>
                <a:gd name="T4" fmla="*/ 0 60000 65536"/>
                <a:gd name="T5" fmla="*/ 0 60000 65536"/>
                <a:gd name="T6" fmla="*/ 0 w 182"/>
                <a:gd name="T7" fmla="*/ 0 h 78"/>
                <a:gd name="T8" fmla="*/ 182 w 182"/>
                <a:gd name="T9" fmla="*/ 78 h 78"/>
              </a:gdLst>
              <a:ahLst/>
              <a:cxnLst>
                <a:cxn ang="T4">
                  <a:pos x="T0" y="T1"/>
                </a:cxn>
                <a:cxn ang="T5">
                  <a:pos x="T2" y="T3"/>
                </a:cxn>
              </a:cxnLst>
              <a:rect l="T6" t="T7" r="T8" b="T9"/>
              <a:pathLst>
                <a:path w="182" h="78">
                  <a:moveTo>
                    <a:pt x="182" y="78"/>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3464" name="Freeform 9"/>
            <p:cNvSpPr>
              <a:spLocks/>
            </p:cNvSpPr>
            <p:nvPr/>
          </p:nvSpPr>
          <p:spPr bwMode="auto">
            <a:xfrm>
              <a:off x="1928794" y="3500438"/>
              <a:ext cx="214314" cy="165726"/>
            </a:xfrm>
            <a:custGeom>
              <a:avLst/>
              <a:gdLst>
                <a:gd name="T0" fmla="*/ 2147483647 w 182"/>
                <a:gd name="T1" fmla="*/ 2147483647 h 42"/>
                <a:gd name="T2" fmla="*/ 0 w 182"/>
                <a:gd name="T3" fmla="*/ 0 h 42"/>
                <a:gd name="T4" fmla="*/ 0 60000 65536"/>
                <a:gd name="T5" fmla="*/ 0 60000 65536"/>
                <a:gd name="T6" fmla="*/ 0 w 182"/>
                <a:gd name="T7" fmla="*/ 0 h 42"/>
                <a:gd name="T8" fmla="*/ 182 w 182"/>
                <a:gd name="T9" fmla="*/ 42 h 42"/>
              </a:gdLst>
              <a:ahLst/>
              <a:cxnLst>
                <a:cxn ang="T4">
                  <a:pos x="T0" y="T1"/>
                </a:cxn>
                <a:cxn ang="T5">
                  <a:pos x="T2" y="T3"/>
                </a:cxn>
              </a:cxnLst>
              <a:rect l="T6" t="T7" r="T8" b="T9"/>
              <a:pathLst>
                <a:path w="182" h="42">
                  <a:moveTo>
                    <a:pt x="182" y="42"/>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3465" name="Freeform 9"/>
            <p:cNvSpPr>
              <a:spLocks/>
            </p:cNvSpPr>
            <p:nvPr/>
          </p:nvSpPr>
          <p:spPr bwMode="auto">
            <a:xfrm>
              <a:off x="1928794" y="3500438"/>
              <a:ext cx="266704" cy="23675"/>
            </a:xfrm>
            <a:custGeom>
              <a:avLst/>
              <a:gdLst>
                <a:gd name="T0" fmla="*/ 2147483647 w 182"/>
                <a:gd name="T1" fmla="*/ 2147483647 h 6"/>
                <a:gd name="T2" fmla="*/ 0 w 182"/>
                <a:gd name="T3" fmla="*/ 0 h 6"/>
                <a:gd name="T4" fmla="*/ 0 60000 65536"/>
                <a:gd name="T5" fmla="*/ 0 60000 65536"/>
                <a:gd name="T6" fmla="*/ 0 w 182"/>
                <a:gd name="T7" fmla="*/ 0 h 6"/>
                <a:gd name="T8" fmla="*/ 182 w 182"/>
                <a:gd name="T9" fmla="*/ 6 h 6"/>
              </a:gdLst>
              <a:ahLst/>
              <a:cxnLst>
                <a:cxn ang="T4">
                  <a:pos x="T0" y="T1"/>
                </a:cxn>
                <a:cxn ang="T5">
                  <a:pos x="T2" y="T3"/>
                </a:cxn>
              </a:cxnLst>
              <a:rect l="T6" t="T7" r="T8" b="T9"/>
              <a:pathLst>
                <a:path w="182" h="6">
                  <a:moveTo>
                    <a:pt x="182" y="6"/>
                  </a:moveTo>
                  <a:lnTo>
                    <a:pt x="0" y="0"/>
                  </a:lnTo>
                </a:path>
              </a:pathLst>
            </a:custGeom>
            <a:noFill/>
            <a:ln w="12700">
              <a:solidFill>
                <a:srgbClr val="FF0000"/>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64521" name="Freeform 9"/>
          <p:cNvSpPr>
            <a:spLocks/>
          </p:cNvSpPr>
          <p:nvPr/>
        </p:nvSpPr>
        <p:spPr bwMode="auto">
          <a:xfrm>
            <a:off x="6681788" y="2143125"/>
            <a:ext cx="592137" cy="3054350"/>
          </a:xfrm>
          <a:custGeom>
            <a:avLst/>
            <a:gdLst>
              <a:gd name="T0" fmla="*/ 2147483647 w 378"/>
              <a:gd name="T1" fmla="*/ 0 h 1667"/>
              <a:gd name="T2" fmla="*/ 2147483647 w 378"/>
              <a:gd name="T3" fmla="*/ 2147483647 h 1667"/>
              <a:gd name="T4" fmla="*/ 0 w 378"/>
              <a:gd name="T5" fmla="*/ 2147483647 h 1667"/>
              <a:gd name="T6" fmla="*/ 2147483647 w 378"/>
              <a:gd name="T7" fmla="*/ 2147483647 h 1667"/>
              <a:gd name="T8" fmla="*/ 2147483647 w 378"/>
              <a:gd name="T9" fmla="*/ 2147483647 h 1667"/>
              <a:gd name="T10" fmla="*/ 0 60000 65536"/>
              <a:gd name="T11" fmla="*/ 0 60000 65536"/>
              <a:gd name="T12" fmla="*/ 0 60000 65536"/>
              <a:gd name="T13" fmla="*/ 0 60000 65536"/>
              <a:gd name="T14" fmla="*/ 0 60000 65536"/>
              <a:gd name="T15" fmla="*/ 0 w 378"/>
              <a:gd name="T16" fmla="*/ 0 h 1667"/>
              <a:gd name="T17" fmla="*/ 378 w 378"/>
              <a:gd name="T18" fmla="*/ 1667 h 1667"/>
            </a:gdLst>
            <a:ahLst/>
            <a:cxnLst>
              <a:cxn ang="T10">
                <a:pos x="T0" y="T1"/>
              </a:cxn>
              <a:cxn ang="T11">
                <a:pos x="T2" y="T3"/>
              </a:cxn>
              <a:cxn ang="T12">
                <a:pos x="T4" y="T5"/>
              </a:cxn>
              <a:cxn ang="T13">
                <a:pos x="T6" y="T7"/>
              </a:cxn>
              <a:cxn ang="T14">
                <a:pos x="T8" y="T9"/>
              </a:cxn>
            </a:cxnLst>
            <a:rect l="T15" t="T16" r="T17" b="T18"/>
            <a:pathLst>
              <a:path w="378" h="1667">
                <a:moveTo>
                  <a:pt x="340" y="0"/>
                </a:moveTo>
                <a:cubicBezTo>
                  <a:pt x="309" y="30"/>
                  <a:pt x="254" y="197"/>
                  <a:pt x="197" y="334"/>
                </a:cubicBezTo>
                <a:cubicBezTo>
                  <a:pt x="140" y="471"/>
                  <a:pt x="14" y="698"/>
                  <a:pt x="0" y="820"/>
                </a:cubicBezTo>
                <a:cubicBezTo>
                  <a:pt x="11" y="987"/>
                  <a:pt x="184" y="1193"/>
                  <a:pt x="261" y="1334"/>
                </a:cubicBezTo>
                <a:cubicBezTo>
                  <a:pt x="260" y="1398"/>
                  <a:pt x="378" y="1631"/>
                  <a:pt x="374" y="1667"/>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pic>
        <p:nvPicPr>
          <p:cNvPr id="103436" name="Picture 4" descr="C:\Documents and Settings\Jeong\Desktop\bw01.jpg"/>
          <p:cNvPicPr>
            <a:picLocks noChangeAspect="1" noChangeArrowheads="1"/>
          </p:cNvPicPr>
          <p:nvPr/>
        </p:nvPicPr>
        <p:blipFill>
          <a:blip r:embed="rId3"/>
          <a:srcRect/>
          <a:stretch>
            <a:fillRect/>
          </a:stretch>
        </p:blipFill>
        <p:spPr bwMode="auto">
          <a:xfrm>
            <a:off x="500063" y="3500438"/>
            <a:ext cx="1000125" cy="806450"/>
          </a:xfrm>
          <a:prstGeom prst="rect">
            <a:avLst/>
          </a:prstGeom>
          <a:noFill/>
          <a:ln w="9525">
            <a:noFill/>
            <a:miter lim="800000"/>
            <a:headEnd/>
            <a:tailEnd/>
          </a:ln>
        </p:spPr>
      </p:pic>
      <p:pic>
        <p:nvPicPr>
          <p:cNvPr id="64531" name="Picture 2" descr="C:\Documents and Settings\Jeong\Desktop\AIXGNCALJNZ8BCAEK8JGGCAVE2E2WCAPJFNRKCAAWMHULCAARSIHDCAIW3CNNCAGEP5KMCAAA95KFCA0D0WAACAF72520CA4IEYBMCA9A63YMCAC3QNVHCAWQ5V0RCAXMVPIZCATM2EECCAK64Y22CALWSGZ2.jpg"/>
          <p:cNvPicPr>
            <a:picLocks noChangeAspect="1" noChangeArrowheads="1"/>
          </p:cNvPicPr>
          <p:nvPr/>
        </p:nvPicPr>
        <p:blipFill>
          <a:blip r:embed="rId4"/>
          <a:srcRect/>
          <a:stretch>
            <a:fillRect/>
          </a:stretch>
        </p:blipFill>
        <p:spPr bwMode="auto">
          <a:xfrm>
            <a:off x="2714625" y="2928938"/>
            <a:ext cx="750888" cy="750887"/>
          </a:xfrm>
          <a:prstGeom prst="rect">
            <a:avLst/>
          </a:prstGeom>
          <a:noFill/>
          <a:ln w="9525">
            <a:noFill/>
            <a:miter lim="800000"/>
            <a:headEnd/>
            <a:tailEnd/>
          </a:ln>
        </p:spPr>
      </p:pic>
      <p:sp>
        <p:nvSpPr>
          <p:cNvPr id="21534" name="Freeform 3077"/>
          <p:cNvSpPr>
            <a:spLocks/>
          </p:cNvSpPr>
          <p:nvPr/>
        </p:nvSpPr>
        <p:spPr bwMode="auto">
          <a:xfrm>
            <a:off x="2357438" y="1571625"/>
            <a:ext cx="363537" cy="1285875"/>
          </a:xfrm>
          <a:custGeom>
            <a:avLst/>
            <a:gdLst>
              <a:gd name="T0" fmla="*/ 0 w 257"/>
              <a:gd name="T1" fmla="*/ 0 h 896"/>
              <a:gd name="T2" fmla="*/ 2147483647 w 257"/>
              <a:gd name="T3" fmla="*/ 2147483647 h 896"/>
              <a:gd name="T4" fmla="*/ 2147483647 w 257"/>
              <a:gd name="T5" fmla="*/ 2147483647 h 896"/>
              <a:gd name="T6" fmla="*/ 2147483647 w 257"/>
              <a:gd name="T7" fmla="*/ 2147483647 h 896"/>
              <a:gd name="T8" fmla="*/ 2147483647 w 257"/>
              <a:gd name="T9" fmla="*/ 2147483647 h 896"/>
              <a:gd name="T10" fmla="*/ 0 60000 65536"/>
              <a:gd name="T11" fmla="*/ 0 60000 65536"/>
              <a:gd name="T12" fmla="*/ 0 60000 65536"/>
              <a:gd name="T13" fmla="*/ 0 60000 65536"/>
              <a:gd name="T14" fmla="*/ 0 60000 65536"/>
              <a:gd name="T15" fmla="*/ 0 w 257"/>
              <a:gd name="T16" fmla="*/ 0 h 896"/>
              <a:gd name="T17" fmla="*/ 257 w 257"/>
              <a:gd name="T18" fmla="*/ 896 h 896"/>
            </a:gdLst>
            <a:ahLst/>
            <a:cxnLst>
              <a:cxn ang="T10">
                <a:pos x="T0" y="T1"/>
              </a:cxn>
              <a:cxn ang="T11">
                <a:pos x="T2" y="T3"/>
              </a:cxn>
              <a:cxn ang="T12">
                <a:pos x="T4" y="T5"/>
              </a:cxn>
              <a:cxn ang="T13">
                <a:pos x="T6" y="T7"/>
              </a:cxn>
              <a:cxn ang="T14">
                <a:pos x="T8" y="T9"/>
              </a:cxn>
            </a:cxnLst>
            <a:rect l="T15" t="T16" r="T17" b="T18"/>
            <a:pathLst>
              <a:path w="257" h="896">
                <a:moveTo>
                  <a:pt x="0" y="0"/>
                </a:moveTo>
                <a:lnTo>
                  <a:pt x="257" y="154"/>
                </a:lnTo>
                <a:lnTo>
                  <a:pt x="12" y="314"/>
                </a:lnTo>
                <a:lnTo>
                  <a:pt x="228" y="419"/>
                </a:lnTo>
                <a:lnTo>
                  <a:pt x="169" y="896"/>
                </a:lnTo>
              </a:path>
            </a:pathLst>
          </a:custGeom>
          <a:noFill/>
          <a:ln w="25400">
            <a:solidFill>
              <a:srgbClr val="00FF00"/>
            </a:solidFill>
            <a:round/>
            <a:headEnd type="triangle" w="med" len="med"/>
            <a:tailEnd type="triangle" w="med" len="med"/>
          </a:ln>
        </p:spPr>
        <p:txBody>
          <a:bodyPr>
            <a:prstTxWarp prst="textNoShape">
              <a:avLst/>
            </a:prstTxWarp>
          </a:bodyPr>
          <a:lstStyle/>
          <a:p>
            <a:endParaRPr lang="en-AU">
              <a:latin typeface="Times New Roman" pitchFamily="-28" charset="0"/>
            </a:endParaRPr>
          </a:p>
        </p:txBody>
      </p:sp>
      <p:sp>
        <p:nvSpPr>
          <p:cNvPr id="21535" name="Freeform 3078"/>
          <p:cNvSpPr>
            <a:spLocks/>
          </p:cNvSpPr>
          <p:nvPr/>
        </p:nvSpPr>
        <p:spPr bwMode="auto">
          <a:xfrm>
            <a:off x="3643313" y="1571625"/>
            <a:ext cx="433387" cy="1214438"/>
          </a:xfrm>
          <a:custGeom>
            <a:avLst/>
            <a:gdLst>
              <a:gd name="T0" fmla="*/ 2147483647 w 306"/>
              <a:gd name="T1" fmla="*/ 0 h 846"/>
              <a:gd name="T2" fmla="*/ 2147483647 w 306"/>
              <a:gd name="T3" fmla="*/ 2147483647 h 846"/>
              <a:gd name="T4" fmla="*/ 2147483647 w 306"/>
              <a:gd name="T5" fmla="*/ 2147483647 h 846"/>
              <a:gd name="T6" fmla="*/ 2147483647 w 306"/>
              <a:gd name="T7" fmla="*/ 2147483647 h 846"/>
              <a:gd name="T8" fmla="*/ 0 w 306"/>
              <a:gd name="T9" fmla="*/ 2147483647 h 846"/>
              <a:gd name="T10" fmla="*/ 0 60000 65536"/>
              <a:gd name="T11" fmla="*/ 0 60000 65536"/>
              <a:gd name="T12" fmla="*/ 0 60000 65536"/>
              <a:gd name="T13" fmla="*/ 0 60000 65536"/>
              <a:gd name="T14" fmla="*/ 0 60000 65536"/>
              <a:gd name="T15" fmla="*/ 0 w 306"/>
              <a:gd name="T16" fmla="*/ 0 h 846"/>
              <a:gd name="T17" fmla="*/ 306 w 306"/>
              <a:gd name="T18" fmla="*/ 846 h 846"/>
            </a:gdLst>
            <a:ahLst/>
            <a:cxnLst>
              <a:cxn ang="T10">
                <a:pos x="T0" y="T1"/>
              </a:cxn>
              <a:cxn ang="T11">
                <a:pos x="T2" y="T3"/>
              </a:cxn>
              <a:cxn ang="T12">
                <a:pos x="T4" y="T5"/>
              </a:cxn>
              <a:cxn ang="T13">
                <a:pos x="T6" y="T7"/>
              </a:cxn>
              <a:cxn ang="T14">
                <a:pos x="T8" y="T9"/>
              </a:cxn>
            </a:cxnLst>
            <a:rect l="T15" t="T16" r="T17" b="T18"/>
            <a:pathLst>
              <a:path w="306" h="846">
                <a:moveTo>
                  <a:pt x="234" y="0"/>
                </a:moveTo>
                <a:lnTo>
                  <a:pt x="90" y="228"/>
                </a:lnTo>
                <a:lnTo>
                  <a:pt x="306" y="516"/>
                </a:lnTo>
                <a:lnTo>
                  <a:pt x="58" y="580"/>
                </a:lnTo>
                <a:lnTo>
                  <a:pt x="0" y="846"/>
                </a:lnTo>
              </a:path>
            </a:pathLst>
          </a:custGeom>
          <a:noFill/>
          <a:ln w="25400">
            <a:solidFill>
              <a:srgbClr val="00FF00"/>
            </a:solidFill>
            <a:round/>
            <a:headEnd type="triangle" w="med" len="med"/>
            <a:tailEnd type="triangle" w="med" len="med"/>
          </a:ln>
        </p:spPr>
        <p:txBody>
          <a:bodyPr>
            <a:prstTxWarp prst="textNoShape">
              <a:avLst/>
            </a:prstTxWarp>
          </a:bodyPr>
          <a:lstStyle/>
          <a:p>
            <a:endParaRPr lang="en-AU">
              <a:latin typeface="Times New Roman" pitchFamily="-28" charset="0"/>
            </a:endParaRPr>
          </a:p>
        </p:txBody>
      </p:sp>
      <p:sp>
        <p:nvSpPr>
          <p:cNvPr id="21536" name="Freeform 3079"/>
          <p:cNvSpPr>
            <a:spLocks/>
          </p:cNvSpPr>
          <p:nvPr/>
        </p:nvSpPr>
        <p:spPr bwMode="auto">
          <a:xfrm>
            <a:off x="3081338" y="1571625"/>
            <a:ext cx="296862" cy="1268413"/>
          </a:xfrm>
          <a:custGeom>
            <a:avLst/>
            <a:gdLst>
              <a:gd name="T0" fmla="*/ 2147483647 w 210"/>
              <a:gd name="T1" fmla="*/ 0 h 884"/>
              <a:gd name="T2" fmla="*/ 2147483647 w 210"/>
              <a:gd name="T3" fmla="*/ 2147483647 h 884"/>
              <a:gd name="T4" fmla="*/ 2147483647 w 210"/>
              <a:gd name="T5" fmla="*/ 2147483647 h 884"/>
              <a:gd name="T6" fmla="*/ 0 w 210"/>
              <a:gd name="T7" fmla="*/ 2147483647 h 884"/>
              <a:gd name="T8" fmla="*/ 2147483647 w 210"/>
              <a:gd name="T9" fmla="*/ 2147483647 h 884"/>
              <a:gd name="T10" fmla="*/ 0 60000 65536"/>
              <a:gd name="T11" fmla="*/ 0 60000 65536"/>
              <a:gd name="T12" fmla="*/ 0 60000 65536"/>
              <a:gd name="T13" fmla="*/ 0 60000 65536"/>
              <a:gd name="T14" fmla="*/ 0 60000 65536"/>
              <a:gd name="T15" fmla="*/ 0 w 210"/>
              <a:gd name="T16" fmla="*/ 0 h 884"/>
              <a:gd name="T17" fmla="*/ 210 w 210"/>
              <a:gd name="T18" fmla="*/ 884 h 884"/>
            </a:gdLst>
            <a:ahLst/>
            <a:cxnLst>
              <a:cxn ang="T10">
                <a:pos x="T0" y="T1"/>
              </a:cxn>
              <a:cxn ang="T11">
                <a:pos x="T2" y="T3"/>
              </a:cxn>
              <a:cxn ang="T12">
                <a:pos x="T4" y="T5"/>
              </a:cxn>
              <a:cxn ang="T13">
                <a:pos x="T6" y="T7"/>
              </a:cxn>
              <a:cxn ang="T14">
                <a:pos x="T8" y="T9"/>
              </a:cxn>
            </a:cxnLst>
            <a:rect l="T15" t="T16" r="T17" b="T18"/>
            <a:pathLst>
              <a:path w="210" h="884">
                <a:moveTo>
                  <a:pt x="210" y="0"/>
                </a:moveTo>
                <a:lnTo>
                  <a:pt x="66" y="228"/>
                </a:lnTo>
                <a:lnTo>
                  <a:pt x="209" y="443"/>
                </a:lnTo>
                <a:lnTo>
                  <a:pt x="0" y="522"/>
                </a:lnTo>
                <a:lnTo>
                  <a:pt x="4" y="884"/>
                </a:lnTo>
              </a:path>
            </a:pathLst>
          </a:custGeom>
          <a:noFill/>
          <a:ln w="25400">
            <a:solidFill>
              <a:srgbClr val="00FF00"/>
            </a:solidFill>
            <a:round/>
            <a:headEnd type="triangle" w="med" len="med"/>
            <a:tailEnd type="triangle" w="med" len="med"/>
          </a:ln>
        </p:spPr>
        <p:txBody>
          <a:bodyPr>
            <a:prstTxWarp prst="textNoShape">
              <a:avLst/>
            </a:prstTxWarp>
          </a:bodyPr>
          <a:lstStyle/>
          <a:p>
            <a:endParaRPr lang="en-AU">
              <a:latin typeface="Times New Roman" pitchFamily="-28" charset="0"/>
            </a:endParaRPr>
          </a:p>
        </p:txBody>
      </p:sp>
      <p:sp>
        <p:nvSpPr>
          <p:cNvPr id="103441" name="Freeform 24"/>
          <p:cNvSpPr>
            <a:spLocks/>
          </p:cNvSpPr>
          <p:nvPr/>
        </p:nvSpPr>
        <p:spPr bwMode="auto">
          <a:xfrm>
            <a:off x="4429125" y="4143375"/>
            <a:ext cx="3175" cy="912813"/>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pic>
        <p:nvPicPr>
          <p:cNvPr id="30" name="Picture 2" descr="C:\Documents and Settings\Jeong\Desktop\200604.jpg"/>
          <p:cNvPicPr>
            <a:picLocks noChangeAspect="1" noChangeArrowheads="1"/>
          </p:cNvPicPr>
          <p:nvPr/>
        </p:nvPicPr>
        <p:blipFill>
          <a:blip r:embed="rId5"/>
          <a:srcRect/>
          <a:stretch>
            <a:fillRect/>
          </a:stretch>
        </p:blipFill>
        <p:spPr bwMode="auto">
          <a:xfrm>
            <a:off x="4857750" y="4286250"/>
            <a:ext cx="1712913" cy="1712913"/>
          </a:xfrm>
          <a:prstGeom prst="rect">
            <a:avLst/>
          </a:prstGeom>
          <a:noFill/>
          <a:ln w="9525">
            <a:noFill/>
            <a:miter lim="800000"/>
            <a:headEnd/>
            <a:tailEnd/>
          </a:ln>
        </p:spPr>
      </p:pic>
      <p:grpSp>
        <p:nvGrpSpPr>
          <p:cNvPr id="3" name="Group 30"/>
          <p:cNvGrpSpPr>
            <a:grpSpLocks/>
          </p:cNvGrpSpPr>
          <p:nvPr/>
        </p:nvGrpSpPr>
        <p:grpSpPr bwMode="auto">
          <a:xfrm>
            <a:off x="5572125" y="4294188"/>
            <a:ext cx="1357313" cy="520700"/>
            <a:chOff x="5572125" y="4294188"/>
            <a:chExt cx="1357313" cy="520700"/>
          </a:xfrm>
        </p:grpSpPr>
        <p:sp>
          <p:nvSpPr>
            <p:cNvPr id="103461" name="Freeform 9"/>
            <p:cNvSpPr>
              <a:spLocks/>
            </p:cNvSpPr>
            <p:nvPr/>
          </p:nvSpPr>
          <p:spPr bwMode="auto">
            <a:xfrm>
              <a:off x="5572125" y="4311650"/>
              <a:ext cx="1357313" cy="93663"/>
            </a:xfrm>
            <a:custGeom>
              <a:avLst/>
              <a:gdLst>
                <a:gd name="T0" fmla="*/ 2147483647 w 456"/>
                <a:gd name="T1" fmla="*/ 0 h 29"/>
                <a:gd name="T2" fmla="*/ 0 w 456"/>
                <a:gd name="T3" fmla="*/ 2147483647 h 29"/>
                <a:gd name="T4" fmla="*/ 0 60000 65536"/>
                <a:gd name="T5" fmla="*/ 0 60000 65536"/>
                <a:gd name="T6" fmla="*/ 0 w 456"/>
                <a:gd name="T7" fmla="*/ 0 h 29"/>
                <a:gd name="T8" fmla="*/ 456 w 456"/>
                <a:gd name="T9" fmla="*/ 29 h 29"/>
              </a:gdLst>
              <a:ahLst/>
              <a:cxnLst>
                <a:cxn ang="T4">
                  <a:pos x="T0" y="T1"/>
                </a:cxn>
                <a:cxn ang="T5">
                  <a:pos x="T2" y="T3"/>
                </a:cxn>
              </a:cxnLst>
              <a:rect l="T6" t="T7" r="T8" b="T9"/>
              <a:pathLst>
                <a:path w="456" h="29">
                  <a:moveTo>
                    <a:pt x="456" y="0"/>
                  </a:moveTo>
                  <a:lnTo>
                    <a:pt x="0" y="29"/>
                  </a:lnTo>
                </a:path>
              </a:pathLst>
            </a:custGeom>
            <a:noFill/>
            <a:ln w="12700">
              <a:solidFill>
                <a:srgbClr val="0066FF"/>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3462" name="Freeform 9"/>
            <p:cNvSpPr>
              <a:spLocks/>
            </p:cNvSpPr>
            <p:nvPr/>
          </p:nvSpPr>
          <p:spPr bwMode="auto">
            <a:xfrm>
              <a:off x="5786438" y="4294188"/>
              <a:ext cx="1143000" cy="520700"/>
            </a:xfrm>
            <a:custGeom>
              <a:avLst/>
              <a:gdLst>
                <a:gd name="T0" fmla="*/ 2147483647 w 384"/>
                <a:gd name="T1" fmla="*/ 0 h 49"/>
                <a:gd name="T2" fmla="*/ 0 w 384"/>
                <a:gd name="T3" fmla="*/ 2147483647 h 49"/>
                <a:gd name="T4" fmla="*/ 0 60000 65536"/>
                <a:gd name="T5" fmla="*/ 0 60000 65536"/>
                <a:gd name="T6" fmla="*/ 0 w 384"/>
                <a:gd name="T7" fmla="*/ 0 h 49"/>
                <a:gd name="T8" fmla="*/ 384 w 384"/>
                <a:gd name="T9" fmla="*/ 49 h 49"/>
              </a:gdLst>
              <a:ahLst/>
              <a:cxnLst>
                <a:cxn ang="T4">
                  <a:pos x="T0" y="T1"/>
                </a:cxn>
                <a:cxn ang="T5">
                  <a:pos x="T2" y="T3"/>
                </a:cxn>
              </a:cxnLst>
              <a:rect l="T6" t="T7" r="T8" b="T9"/>
              <a:pathLst>
                <a:path w="384" h="49">
                  <a:moveTo>
                    <a:pt x="384" y="0"/>
                  </a:moveTo>
                  <a:lnTo>
                    <a:pt x="0" y="49"/>
                  </a:lnTo>
                </a:path>
              </a:pathLst>
            </a:custGeom>
            <a:noFill/>
            <a:ln w="12700">
              <a:solidFill>
                <a:srgbClr val="0066FF"/>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grpSp>
        <p:nvGrpSpPr>
          <p:cNvPr id="4" name="Group 36"/>
          <p:cNvGrpSpPr>
            <a:grpSpLocks/>
          </p:cNvGrpSpPr>
          <p:nvPr/>
        </p:nvGrpSpPr>
        <p:grpSpPr bwMode="auto">
          <a:xfrm>
            <a:off x="3924300" y="4500563"/>
            <a:ext cx="1433513" cy="1470025"/>
            <a:chOff x="3924000" y="4500570"/>
            <a:chExt cx="1433813" cy="1470018"/>
          </a:xfrm>
        </p:grpSpPr>
        <p:sp>
          <p:nvSpPr>
            <p:cNvPr id="103459" name="Freeform 9"/>
            <p:cNvSpPr>
              <a:spLocks/>
            </p:cNvSpPr>
            <p:nvPr/>
          </p:nvSpPr>
          <p:spPr bwMode="auto">
            <a:xfrm>
              <a:off x="3949700" y="5072063"/>
              <a:ext cx="1408113" cy="898525"/>
            </a:xfrm>
            <a:custGeom>
              <a:avLst/>
              <a:gdLst>
                <a:gd name="T0" fmla="*/ 2147483647 w 473"/>
                <a:gd name="T1" fmla="*/ 0 h 278"/>
                <a:gd name="T2" fmla="*/ 0 w 473"/>
                <a:gd name="T3" fmla="*/ 2147483647 h 278"/>
                <a:gd name="T4" fmla="*/ 0 60000 65536"/>
                <a:gd name="T5" fmla="*/ 0 60000 65536"/>
                <a:gd name="T6" fmla="*/ 0 w 473"/>
                <a:gd name="T7" fmla="*/ 0 h 278"/>
                <a:gd name="T8" fmla="*/ 473 w 473"/>
                <a:gd name="T9" fmla="*/ 278 h 278"/>
              </a:gdLst>
              <a:ahLst/>
              <a:cxnLst>
                <a:cxn ang="T4">
                  <a:pos x="T0" y="T1"/>
                </a:cxn>
                <a:cxn ang="T5">
                  <a:pos x="T2" y="T3"/>
                </a:cxn>
              </a:cxnLst>
              <a:rect l="T6" t="T7" r="T8" b="T9"/>
              <a:pathLst>
                <a:path w="473" h="278">
                  <a:moveTo>
                    <a:pt x="473" y="0"/>
                  </a:moveTo>
                  <a:cubicBezTo>
                    <a:pt x="345" y="69"/>
                    <a:pt x="0" y="278"/>
                    <a:pt x="0" y="278"/>
                  </a:cubicBezTo>
                </a:path>
              </a:pathLst>
            </a:custGeom>
            <a:noFill/>
            <a:ln w="12700">
              <a:solidFill>
                <a:srgbClr val="0066FF"/>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sp>
          <p:nvSpPr>
            <p:cNvPr id="103460" name="Freeform 9"/>
            <p:cNvSpPr>
              <a:spLocks/>
            </p:cNvSpPr>
            <p:nvPr/>
          </p:nvSpPr>
          <p:spPr bwMode="auto">
            <a:xfrm>
              <a:off x="3924000" y="4500570"/>
              <a:ext cx="1193770" cy="685206"/>
            </a:xfrm>
            <a:custGeom>
              <a:avLst/>
              <a:gdLst>
                <a:gd name="T0" fmla="*/ 2147483647 w 401"/>
                <a:gd name="T1" fmla="*/ 0 h 212"/>
                <a:gd name="T2" fmla="*/ 0 w 401"/>
                <a:gd name="T3" fmla="*/ 2147483647 h 212"/>
                <a:gd name="T4" fmla="*/ 0 60000 65536"/>
                <a:gd name="T5" fmla="*/ 0 60000 65536"/>
                <a:gd name="T6" fmla="*/ 0 w 401"/>
                <a:gd name="T7" fmla="*/ 0 h 212"/>
                <a:gd name="T8" fmla="*/ 401 w 401"/>
                <a:gd name="T9" fmla="*/ 212 h 212"/>
              </a:gdLst>
              <a:ahLst/>
              <a:cxnLst>
                <a:cxn ang="T4">
                  <a:pos x="T0" y="T1"/>
                </a:cxn>
                <a:cxn ang="T5">
                  <a:pos x="T2" y="T3"/>
                </a:cxn>
              </a:cxnLst>
              <a:rect l="T6" t="T7" r="T8" b="T9"/>
              <a:pathLst>
                <a:path w="401" h="212">
                  <a:moveTo>
                    <a:pt x="401" y="0"/>
                  </a:moveTo>
                  <a:cubicBezTo>
                    <a:pt x="273" y="69"/>
                    <a:pt x="0" y="212"/>
                    <a:pt x="0" y="212"/>
                  </a:cubicBezTo>
                </a:path>
              </a:pathLst>
            </a:custGeom>
            <a:noFill/>
            <a:ln w="12700">
              <a:solidFill>
                <a:srgbClr val="0066FF"/>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grpSp>
        <p:nvGrpSpPr>
          <p:cNvPr id="5" name="Group 40"/>
          <p:cNvGrpSpPr>
            <a:grpSpLocks/>
          </p:cNvGrpSpPr>
          <p:nvPr/>
        </p:nvGrpSpPr>
        <p:grpSpPr bwMode="auto">
          <a:xfrm>
            <a:off x="785813" y="5194300"/>
            <a:ext cx="3143250" cy="774700"/>
            <a:chOff x="785813" y="5194300"/>
            <a:chExt cx="3143250" cy="774700"/>
          </a:xfrm>
        </p:grpSpPr>
        <p:sp>
          <p:nvSpPr>
            <p:cNvPr id="103456" name="Freeform 24"/>
            <p:cNvSpPr>
              <a:spLocks/>
            </p:cNvSpPr>
            <p:nvPr/>
          </p:nvSpPr>
          <p:spPr bwMode="auto">
            <a:xfrm>
              <a:off x="3857620" y="5214950"/>
              <a:ext cx="3175" cy="720000"/>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sp>
          <p:nvSpPr>
            <p:cNvPr id="103457" name="Rectangle 57"/>
            <p:cNvSpPr>
              <a:spLocks noChangeArrowheads="1"/>
            </p:cNvSpPr>
            <p:nvPr/>
          </p:nvSpPr>
          <p:spPr bwMode="auto">
            <a:xfrm>
              <a:off x="785813" y="5194300"/>
              <a:ext cx="3143250" cy="774700"/>
            </a:xfrm>
            <a:prstGeom prst="rect">
              <a:avLst/>
            </a:prstGeom>
            <a:noFill/>
            <a:ln w="38100">
              <a:solidFill>
                <a:srgbClr val="0066FF"/>
              </a:solidFill>
              <a:miter lim="800000"/>
              <a:headEnd/>
              <a:tailEnd/>
            </a:ln>
          </p:spPr>
          <p:txBody>
            <a:bodyPr>
              <a:prstTxWarp prst="textNoShape">
                <a:avLst/>
              </a:prstTxWarp>
              <a:spAutoFit/>
            </a:bodyPr>
            <a:lstStyle/>
            <a:p>
              <a:pPr algn="ctr">
                <a:spcBef>
                  <a:spcPct val="0"/>
                </a:spcBef>
                <a:buFontTx/>
                <a:buNone/>
              </a:pPr>
              <a:r>
                <a:rPr lang="en-GB" altLang="ko-KR" b="0">
                  <a:solidFill>
                    <a:srgbClr val="FF0000"/>
                  </a:solidFill>
                  <a:latin typeface="Times New Roman" pitchFamily="-28" charset="0"/>
                </a:rPr>
                <a:t>      </a:t>
              </a:r>
            </a:p>
            <a:p>
              <a:pPr algn="ctr">
                <a:spcBef>
                  <a:spcPct val="0"/>
                </a:spcBef>
                <a:buFontTx/>
                <a:buNone/>
              </a:pPr>
              <a:endParaRPr lang="en-GB" altLang="ko-KR" b="0">
                <a:solidFill>
                  <a:srgbClr val="FF0000"/>
                </a:solidFill>
                <a:latin typeface="Times New Roman" pitchFamily="-28" charset="0"/>
              </a:endParaRPr>
            </a:p>
            <a:p>
              <a:pPr algn="ctr">
                <a:spcBef>
                  <a:spcPct val="0"/>
                </a:spcBef>
                <a:buFontTx/>
                <a:buNone/>
              </a:pPr>
              <a:endParaRPr lang="en-GB" altLang="ko-KR" b="0">
                <a:solidFill>
                  <a:srgbClr val="FF0000"/>
                </a:solidFill>
                <a:latin typeface="Times New Roman" pitchFamily="-28" charset="0"/>
              </a:endParaRPr>
            </a:p>
          </p:txBody>
        </p:sp>
        <p:sp>
          <p:nvSpPr>
            <p:cNvPr id="103458" name="Freeform 9"/>
            <p:cNvSpPr>
              <a:spLocks/>
            </p:cNvSpPr>
            <p:nvPr/>
          </p:nvSpPr>
          <p:spPr bwMode="auto">
            <a:xfrm flipH="1">
              <a:off x="918000" y="5214951"/>
              <a:ext cx="20170" cy="734400"/>
            </a:xfrm>
            <a:custGeom>
              <a:avLst/>
              <a:gdLst>
                <a:gd name="T0" fmla="*/ 2147483647 w 15"/>
                <a:gd name="T1" fmla="*/ 0 h 10470"/>
                <a:gd name="T2" fmla="*/ 2147483647 w 15"/>
                <a:gd name="T3" fmla="*/ 2147483647 h 10470"/>
                <a:gd name="T4" fmla="*/ 0 60000 65536"/>
                <a:gd name="T5" fmla="*/ 0 60000 65536"/>
                <a:gd name="T6" fmla="*/ 0 w 15"/>
                <a:gd name="T7" fmla="*/ 0 h 10470"/>
                <a:gd name="T8" fmla="*/ 15 w 15"/>
                <a:gd name="T9" fmla="*/ 10470 h 10470"/>
              </a:gdLst>
              <a:ahLst/>
              <a:cxnLst>
                <a:cxn ang="T4">
                  <a:pos x="T0" y="T1"/>
                </a:cxn>
                <a:cxn ang="T5">
                  <a:pos x="T2" y="T3"/>
                </a:cxn>
              </a:cxnLst>
              <a:rect l="T6" t="T7" r="T8" b="T9"/>
              <a:pathLst>
                <a:path w="15" h="10470">
                  <a:moveTo>
                    <a:pt x="8" y="0"/>
                  </a:moveTo>
                  <a:cubicBezTo>
                    <a:pt x="15" y="831"/>
                    <a:pt x="0" y="9639"/>
                    <a:pt x="7" y="10470"/>
                  </a:cubicBezTo>
                </a:path>
              </a:pathLst>
            </a:custGeom>
            <a:noFill/>
            <a:ln w="12700">
              <a:solidFill>
                <a:srgbClr val="FF0000"/>
              </a:solidFill>
              <a:round/>
              <a:headEnd type="none"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grpSp>
        <p:nvGrpSpPr>
          <p:cNvPr id="103446" name="Group 41"/>
          <p:cNvGrpSpPr>
            <a:grpSpLocks/>
          </p:cNvGrpSpPr>
          <p:nvPr/>
        </p:nvGrpSpPr>
        <p:grpSpPr bwMode="auto">
          <a:xfrm>
            <a:off x="4000500" y="2500313"/>
            <a:ext cx="446088" cy="2000250"/>
            <a:chOff x="4000496" y="2500306"/>
            <a:chExt cx="446088" cy="2000262"/>
          </a:xfrm>
        </p:grpSpPr>
        <p:sp>
          <p:nvSpPr>
            <p:cNvPr id="103455" name="Freeform 24"/>
            <p:cNvSpPr>
              <a:spLocks/>
            </p:cNvSpPr>
            <p:nvPr/>
          </p:nvSpPr>
          <p:spPr bwMode="auto">
            <a:xfrm>
              <a:off x="4429125" y="3071813"/>
              <a:ext cx="3175" cy="912812"/>
            </a:xfrm>
            <a:custGeom>
              <a:avLst/>
              <a:gdLst>
                <a:gd name="T0" fmla="*/ 0 w 2"/>
                <a:gd name="T1" fmla="*/ 2147483647 h 575"/>
                <a:gd name="T2" fmla="*/ 2147483647 w 2"/>
                <a:gd name="T3" fmla="*/ 0 h 575"/>
                <a:gd name="T4" fmla="*/ 0 60000 65536"/>
                <a:gd name="T5" fmla="*/ 0 60000 65536"/>
                <a:gd name="T6" fmla="*/ 0 w 2"/>
                <a:gd name="T7" fmla="*/ 0 h 575"/>
                <a:gd name="T8" fmla="*/ 2 w 2"/>
                <a:gd name="T9" fmla="*/ 575 h 575"/>
              </a:gdLst>
              <a:ahLst/>
              <a:cxnLst>
                <a:cxn ang="T4">
                  <a:pos x="T0" y="T1"/>
                </a:cxn>
                <a:cxn ang="T5">
                  <a:pos x="T2" y="T3"/>
                </a:cxn>
              </a:cxnLst>
              <a:rect l="T6" t="T7" r="T8" b="T9"/>
              <a:pathLst>
                <a:path w="2" h="575">
                  <a:moveTo>
                    <a:pt x="0" y="575"/>
                  </a:moveTo>
                  <a:lnTo>
                    <a:pt x="2" y="0"/>
                  </a:lnTo>
                </a:path>
              </a:pathLst>
            </a:custGeom>
            <a:noFill/>
            <a:ln w="50800">
              <a:solidFill>
                <a:schemeClr val="tx1"/>
              </a:solidFill>
              <a:round/>
              <a:headEnd/>
              <a:tailEnd/>
            </a:ln>
          </p:spPr>
          <p:txBody>
            <a:bodyPr>
              <a:prstTxWarp prst="textNoShape">
                <a:avLst/>
              </a:prstTxWarp>
            </a:bodyPr>
            <a:lstStyle/>
            <a:p>
              <a:endParaRPr lang="en-AU">
                <a:latin typeface="Times New Roman" pitchFamily="-28" charset="0"/>
              </a:endParaRPr>
            </a:p>
          </p:txBody>
        </p:sp>
        <p:graphicFrame>
          <p:nvGraphicFramePr>
            <p:cNvPr id="103426" name="Object 3"/>
            <p:cNvGraphicFramePr>
              <a:graphicFrameLocks noChangeAspect="1"/>
            </p:cNvGraphicFramePr>
            <p:nvPr/>
          </p:nvGraphicFramePr>
          <p:xfrm>
            <a:off x="4071934" y="2500306"/>
            <a:ext cx="241300" cy="338137"/>
          </p:xfrm>
          <a:graphic>
            <a:graphicData uri="http://schemas.openxmlformats.org/presentationml/2006/ole">
              <p:oleObj spid="_x0000_s103426" name="Equation" r:id="rId6" imgW="88560" imgH="164880" progId="Equation.DSMT4">
                <p:embed/>
              </p:oleObj>
            </a:graphicData>
          </a:graphic>
        </p:graphicFrame>
        <p:graphicFrame>
          <p:nvGraphicFramePr>
            <p:cNvPr id="103427" name="Object 3"/>
            <p:cNvGraphicFramePr>
              <a:graphicFrameLocks noChangeAspect="1"/>
            </p:cNvGraphicFramePr>
            <p:nvPr/>
          </p:nvGraphicFramePr>
          <p:xfrm>
            <a:off x="4000496" y="4143380"/>
            <a:ext cx="446088" cy="357188"/>
          </p:xfrm>
          <a:graphic>
            <a:graphicData uri="http://schemas.openxmlformats.org/presentationml/2006/ole">
              <p:oleObj spid="_x0000_s103427" name="Equation" r:id="rId7" imgW="126720" imgH="164880" progId="Equation.DSMT4">
                <p:embed/>
              </p:oleObj>
            </a:graphicData>
          </a:graphic>
        </p:graphicFrame>
      </p:grpSp>
      <p:pic>
        <p:nvPicPr>
          <p:cNvPr id="36" name="Picture 2" descr="C:\Documents and Settings\Jeong\Desktop\AIXGNCALJNZ8BCAEK8JGGCAVE2E2WCAPJFNRKCAAWMHULCAARSIHDCAIW3CNNCAGEP5KMCAAA95KFCA0D0WAACAF72520CA4IEYBMCA9A63YMCAC3QNVHCAWQ5V0RCAXMVPIZCATM2EECCAK64Y22CALWSGZ2.jpg"/>
          <p:cNvPicPr>
            <a:picLocks noChangeAspect="1" noChangeArrowheads="1"/>
          </p:cNvPicPr>
          <p:nvPr/>
        </p:nvPicPr>
        <p:blipFill>
          <a:blip r:embed="rId4"/>
          <a:srcRect/>
          <a:stretch>
            <a:fillRect/>
          </a:stretch>
        </p:blipFill>
        <p:spPr bwMode="auto">
          <a:xfrm>
            <a:off x="2143125" y="3071813"/>
            <a:ext cx="750888" cy="750887"/>
          </a:xfrm>
          <a:prstGeom prst="rect">
            <a:avLst/>
          </a:prstGeom>
          <a:noFill/>
          <a:ln w="9525">
            <a:noFill/>
            <a:miter lim="800000"/>
            <a:headEnd/>
            <a:tailEnd/>
          </a:ln>
        </p:spPr>
      </p:pic>
      <p:pic>
        <p:nvPicPr>
          <p:cNvPr id="37" name="Picture 2" descr="C:\Documents and Settings\Jeong\Desktop\AIXGNCALJNZ8BCAEK8JGGCAVE2E2WCAPJFNRKCAAWMHULCAARSIHDCAIW3CNNCAGEP5KMCAAA95KFCA0D0WAACAF72520CA4IEYBMCA9A63YMCAC3QNVHCAWQ5V0RCAXMVPIZCATM2EECCAK64Y22CALWSGZ2.jpg"/>
          <p:cNvPicPr>
            <a:picLocks noChangeAspect="1" noChangeArrowheads="1"/>
          </p:cNvPicPr>
          <p:nvPr/>
        </p:nvPicPr>
        <p:blipFill>
          <a:blip r:embed="rId4"/>
          <a:srcRect/>
          <a:stretch>
            <a:fillRect/>
          </a:stretch>
        </p:blipFill>
        <p:spPr bwMode="auto">
          <a:xfrm>
            <a:off x="3286125" y="2857500"/>
            <a:ext cx="750888" cy="750888"/>
          </a:xfrm>
          <a:prstGeom prst="rect">
            <a:avLst/>
          </a:prstGeom>
          <a:noFill/>
          <a:ln w="9525">
            <a:noFill/>
            <a:miter lim="800000"/>
            <a:headEnd/>
            <a:tailEnd/>
          </a:ln>
        </p:spPr>
      </p:pic>
      <p:pic>
        <p:nvPicPr>
          <p:cNvPr id="38" name="Picture 2" descr="C:\Documents and Settings\Jeong\Desktop\AIXGNCALJNZ8BCAEK8JGGCAVE2E2WCAPJFNRKCAAWMHULCAARSIHDCAIW3CNNCAGEP5KMCAAA95KFCA0D0WAACAF72520CA4IEYBMCA9A63YMCAC3QNVHCAWQ5V0RCAXMVPIZCATM2EECCAK64Y22CALWSGZ2.jpg"/>
          <p:cNvPicPr>
            <a:picLocks noChangeAspect="1" noChangeArrowheads="1"/>
          </p:cNvPicPr>
          <p:nvPr/>
        </p:nvPicPr>
        <p:blipFill>
          <a:blip r:embed="rId4"/>
          <a:srcRect/>
          <a:stretch>
            <a:fillRect/>
          </a:stretch>
        </p:blipFill>
        <p:spPr bwMode="auto">
          <a:xfrm>
            <a:off x="5072063" y="2500313"/>
            <a:ext cx="750887" cy="750887"/>
          </a:xfrm>
          <a:prstGeom prst="rect">
            <a:avLst/>
          </a:prstGeom>
          <a:noFill/>
          <a:ln w="9525">
            <a:noFill/>
            <a:miter lim="800000"/>
            <a:headEnd/>
            <a:tailEnd/>
          </a:ln>
        </p:spPr>
      </p:pic>
      <p:pic>
        <p:nvPicPr>
          <p:cNvPr id="39" name="Picture 2" descr="C:\Documents and Settings\Jeong\Desktop\AIXGNCALJNZ8BCAEK8JGGCAVE2E2WCAPJFNRKCAAWMHULCAARSIHDCAIW3CNNCAGEP5KMCAAA95KFCA0D0WAACAF72520CA4IEYBMCA9A63YMCAC3QNVHCAWQ5V0RCAXMVPIZCATM2EECCAK64Y22CALWSGZ2.jpg"/>
          <p:cNvPicPr>
            <a:picLocks noChangeAspect="1" noChangeArrowheads="1"/>
          </p:cNvPicPr>
          <p:nvPr/>
        </p:nvPicPr>
        <p:blipFill>
          <a:blip r:embed="rId4"/>
          <a:srcRect/>
          <a:stretch>
            <a:fillRect/>
          </a:stretch>
        </p:blipFill>
        <p:spPr bwMode="auto">
          <a:xfrm>
            <a:off x="5072063" y="3643313"/>
            <a:ext cx="750887" cy="750887"/>
          </a:xfrm>
          <a:prstGeom prst="rect">
            <a:avLst/>
          </a:prstGeom>
          <a:noFill/>
          <a:ln w="9525">
            <a:noFill/>
            <a:miter lim="800000"/>
            <a:headEnd/>
            <a:tailEnd/>
          </a:ln>
        </p:spPr>
      </p:pic>
      <p:grpSp>
        <p:nvGrpSpPr>
          <p:cNvPr id="7" name="Group 40"/>
          <p:cNvGrpSpPr>
            <a:grpSpLocks/>
          </p:cNvGrpSpPr>
          <p:nvPr/>
        </p:nvGrpSpPr>
        <p:grpSpPr bwMode="auto">
          <a:xfrm>
            <a:off x="4962525" y="5357813"/>
            <a:ext cx="2605088" cy="1114425"/>
            <a:chOff x="4962873" y="5357337"/>
            <a:chExt cx="2605205" cy="1114979"/>
          </a:xfrm>
        </p:grpSpPr>
        <p:sp>
          <p:nvSpPr>
            <p:cNvPr id="103453" name="Rectangle 41"/>
            <p:cNvSpPr>
              <a:spLocks noChangeArrowheads="1"/>
            </p:cNvSpPr>
            <p:nvPr/>
          </p:nvSpPr>
          <p:spPr bwMode="auto">
            <a:xfrm>
              <a:off x="5143504" y="6072206"/>
              <a:ext cx="2424574" cy="400110"/>
            </a:xfrm>
            <a:prstGeom prst="rect">
              <a:avLst/>
            </a:prstGeom>
            <a:noFill/>
            <a:ln w="9525">
              <a:noFill/>
              <a:miter lim="800000"/>
              <a:headEnd/>
              <a:tailEnd/>
            </a:ln>
          </p:spPr>
          <p:txBody>
            <a:bodyPr wrap="none">
              <a:prstTxWarp prst="textNoShape">
                <a:avLst/>
              </a:prstTxWarp>
              <a:spAutoFit/>
            </a:bodyPr>
            <a:lstStyle/>
            <a:p>
              <a:pPr>
                <a:buFontTx/>
                <a:buNone/>
              </a:pPr>
              <a:r>
                <a:rPr lang="en-US" sz="2000">
                  <a:solidFill>
                    <a:schemeClr val="tx1"/>
                  </a:solidFill>
                  <a:latin typeface="Times New Roman" pitchFamily="-28" charset="0"/>
                </a:rPr>
                <a:t>Very good magnifier</a:t>
              </a:r>
              <a:endParaRPr lang="en-AU" sz="2000">
                <a:solidFill>
                  <a:schemeClr val="tx1"/>
                </a:solidFill>
                <a:latin typeface="Times New Roman" pitchFamily="-28" charset="0"/>
              </a:endParaRPr>
            </a:p>
          </p:txBody>
        </p:sp>
        <p:sp>
          <p:nvSpPr>
            <p:cNvPr id="103454" name="Freeform 9"/>
            <p:cNvSpPr>
              <a:spLocks/>
            </p:cNvSpPr>
            <p:nvPr/>
          </p:nvSpPr>
          <p:spPr bwMode="auto">
            <a:xfrm>
              <a:off x="4962873" y="5357337"/>
              <a:ext cx="466383" cy="737383"/>
            </a:xfrm>
            <a:custGeom>
              <a:avLst/>
              <a:gdLst>
                <a:gd name="T0" fmla="*/ 2147483647 w 229"/>
                <a:gd name="T1" fmla="*/ 0 h 230"/>
                <a:gd name="T2" fmla="*/ 2147483647 w 229"/>
                <a:gd name="T3" fmla="*/ 2147483647 h 230"/>
                <a:gd name="T4" fmla="*/ 2147483647 w 229"/>
                <a:gd name="T5" fmla="*/ 2147483647 h 230"/>
                <a:gd name="T6" fmla="*/ 2147483647 w 229"/>
                <a:gd name="T7" fmla="*/ 2147483647 h 230"/>
                <a:gd name="T8" fmla="*/ 0 60000 65536"/>
                <a:gd name="T9" fmla="*/ 0 60000 65536"/>
                <a:gd name="T10" fmla="*/ 0 60000 65536"/>
                <a:gd name="T11" fmla="*/ 0 60000 65536"/>
                <a:gd name="T12" fmla="*/ 0 w 229"/>
                <a:gd name="T13" fmla="*/ 0 h 230"/>
                <a:gd name="T14" fmla="*/ 229 w 229"/>
                <a:gd name="T15" fmla="*/ 230 h 230"/>
              </a:gdLst>
              <a:ahLst/>
              <a:cxnLst>
                <a:cxn ang="T8">
                  <a:pos x="T0" y="T1"/>
                </a:cxn>
                <a:cxn ang="T9">
                  <a:pos x="T2" y="T3"/>
                </a:cxn>
                <a:cxn ang="T10">
                  <a:pos x="T4" y="T5"/>
                </a:cxn>
                <a:cxn ang="T11">
                  <a:pos x="T6" y="T7"/>
                </a:cxn>
              </a:cxnLst>
              <a:rect l="T12" t="T13" r="T14" b="T15"/>
              <a:pathLst>
                <a:path w="229" h="230">
                  <a:moveTo>
                    <a:pt x="229" y="0"/>
                  </a:moveTo>
                  <a:lnTo>
                    <a:pt x="49" y="73"/>
                  </a:lnTo>
                  <a:cubicBezTo>
                    <a:pt x="23" y="91"/>
                    <a:pt x="0" y="150"/>
                    <a:pt x="6" y="176"/>
                  </a:cubicBezTo>
                  <a:cubicBezTo>
                    <a:pt x="12" y="202"/>
                    <a:pt x="103" y="221"/>
                    <a:pt x="88" y="230"/>
                  </a:cubicBezTo>
                </a:path>
              </a:pathLst>
            </a:custGeom>
            <a:noFill/>
            <a:ln w="12700">
              <a:solidFill>
                <a:schemeClr val="tx1"/>
              </a:solidFill>
              <a:round/>
              <a:headEnd type="stealth" w="lg" len="lg"/>
              <a:tailEnd type="none" w="lg" len="lg"/>
            </a:ln>
            <a:effectLst>
              <a:prstShdw prst="shdw17" dist="17961" dir="2700000">
                <a:srgbClr val="990000">
                  <a:alpha val="74997"/>
                </a:srgbClr>
              </a:prstShdw>
            </a:effectLst>
          </p:spPr>
          <p:txBody>
            <a:bodyPr>
              <a:prstTxWarp prst="textNoShape">
                <a:avLst/>
              </a:prstTxWarp>
              <a:spAutoFit/>
            </a:bodyPr>
            <a:lstStyle/>
            <a:p>
              <a:endParaRPr lang="en-AU">
                <a:latin typeface="Times New Roman" pitchFamily="-28" charset="0"/>
              </a:endParaRPr>
            </a:p>
          </p:txBody>
        </p:sp>
      </p:grpSp>
      <p:sp>
        <p:nvSpPr>
          <p:cNvPr id="44" name="Rectangle 3081"/>
          <p:cNvSpPr>
            <a:spLocks noChangeArrowheads="1"/>
          </p:cNvSpPr>
          <p:nvPr/>
        </p:nvSpPr>
        <p:spPr bwMode="auto">
          <a:xfrm>
            <a:off x="1714500" y="714375"/>
            <a:ext cx="2519363" cy="647700"/>
          </a:xfrm>
          <a:prstGeom prst="rect">
            <a:avLst/>
          </a:prstGeom>
          <a:noFill/>
          <a:ln w="25400">
            <a:noFill/>
            <a:miter lim="800000"/>
            <a:headEnd/>
            <a:tailEnd/>
          </a:ln>
        </p:spPr>
        <p:txBody>
          <a:bodyPr anchor="ctr">
            <a:prstTxWarp prst="textNoShape">
              <a:avLst/>
            </a:prstTxWarp>
          </a:bodyPr>
          <a:lstStyle/>
          <a:p>
            <a:pPr algn="ctr">
              <a:spcBef>
                <a:spcPct val="0"/>
              </a:spcBef>
              <a:buFontTx/>
              <a:buNone/>
            </a:pPr>
            <a:r>
              <a:rPr lang="en-AU" altLang="ko-KR" sz="3200">
                <a:solidFill>
                  <a:srgbClr val="00B050"/>
                </a:solidFill>
                <a:latin typeface="Times New Roman" pitchFamily="-28" charset="0"/>
              </a:rPr>
              <a:t>Environment</a:t>
            </a:r>
            <a:endParaRPr lang="en-US" altLang="ko-KR" sz="3200">
              <a:solidFill>
                <a:srgbClr val="00B050"/>
              </a:solidFill>
              <a:latin typeface="Times New Roman" pitchFamily="-2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grpId="1" nodeType="clickEffect">
                                  <p:stCondLst>
                                    <p:cond delay="0"/>
                                  </p:stCondLst>
                                  <p:childTnLst>
                                    <p:animScale>
                                      <p:cBhvr>
                                        <p:cTn id="10" dur="2000" fill="hold"/>
                                        <p:tgtEl>
                                          <p:spTgt spid="44">
                                            <p:txEl>
                                              <p:pRg st="0" end="0"/>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blinds(horizontal)">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mph" presetSubtype="0" fill="hold" nodeType="clickEffect">
                                  <p:stCondLst>
                                    <p:cond delay="0"/>
                                  </p:stCondLst>
                                  <p:childTnLst>
                                    <p:animRot by="21600000">
                                      <p:cBhvr>
                                        <p:cTn id="19" dur="500" fill="hold"/>
                                        <p:tgtEl>
                                          <p:spTgt spid="36"/>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153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nodeType="clickEffect">
                                  <p:stCondLst>
                                    <p:cond delay="0"/>
                                  </p:stCondLst>
                                  <p:childTnLst>
                                    <p:animEffect transition="out" filter="dissolve">
                                      <p:cBhvr>
                                        <p:cTn id="27" dur="500"/>
                                        <p:tgtEl>
                                          <p:spTgt spid="36"/>
                                        </p:tgtEl>
                                      </p:cBhvr>
                                    </p:animEffect>
                                    <p:set>
                                      <p:cBhvr>
                                        <p:cTn id="28" dur="1" fill="hold">
                                          <p:stCondLst>
                                            <p:cond delay="499"/>
                                          </p:stCondLst>
                                        </p:cTn>
                                        <p:tgtEl>
                                          <p:spTgt spid="3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64531"/>
                                        </p:tgtEl>
                                        <p:attrNameLst>
                                          <p:attrName>style.visibility</p:attrName>
                                        </p:attrNameLst>
                                      </p:cBhvr>
                                      <p:to>
                                        <p:strVal val="visible"/>
                                      </p:to>
                                    </p:set>
                                    <p:animEffect transition="in" filter="blinds(horizontal)">
                                      <p:cBhvr>
                                        <p:cTn id="33" dur="500"/>
                                        <p:tgtEl>
                                          <p:spTgt spid="64531"/>
                                        </p:tgtEl>
                                      </p:cBhvr>
                                    </p:animEffect>
                                  </p:childTnLst>
                                </p:cTn>
                              </p:par>
                            </p:childTnLst>
                          </p:cTn>
                        </p:par>
                      </p:childTnLst>
                    </p:cTn>
                  </p:par>
                  <p:par>
                    <p:cTn id="34" fill="hold">
                      <p:stCondLst>
                        <p:cond delay="indefinite"/>
                      </p:stCondLst>
                      <p:childTnLst>
                        <p:par>
                          <p:cTn id="35" fill="hold">
                            <p:stCondLst>
                              <p:cond delay="0"/>
                            </p:stCondLst>
                            <p:childTnLst>
                              <p:par>
                                <p:cTn id="36" presetID="8" presetClass="emph" presetSubtype="0" fill="hold" nodeType="clickEffect">
                                  <p:stCondLst>
                                    <p:cond delay="0"/>
                                  </p:stCondLst>
                                  <p:childTnLst>
                                    <p:animRot by="21600000">
                                      <p:cBhvr>
                                        <p:cTn id="37" dur="500" fill="hold"/>
                                        <p:tgtEl>
                                          <p:spTgt spid="64531"/>
                                        </p:tgtEl>
                                        <p:attrNameLst>
                                          <p:attrName>r</p:attrName>
                                        </p:attrNameLst>
                                      </p:cBhvr>
                                    </p:animRo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153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9" presetClass="exit" presetSubtype="0" fill="hold" nodeType="clickEffect">
                                  <p:stCondLst>
                                    <p:cond delay="0"/>
                                  </p:stCondLst>
                                  <p:childTnLst>
                                    <p:animEffect transition="out" filter="dissolve">
                                      <p:cBhvr>
                                        <p:cTn id="45" dur="500"/>
                                        <p:tgtEl>
                                          <p:spTgt spid="64531"/>
                                        </p:tgtEl>
                                      </p:cBhvr>
                                    </p:animEffect>
                                    <p:set>
                                      <p:cBhvr>
                                        <p:cTn id="46" dur="1" fill="hold">
                                          <p:stCondLst>
                                            <p:cond delay="499"/>
                                          </p:stCondLst>
                                        </p:cTn>
                                        <p:tgtEl>
                                          <p:spTgt spid="6453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blinds(horizontal)">
                                      <p:cBhvr>
                                        <p:cTn id="51" dur="500"/>
                                        <p:tgtEl>
                                          <p:spTgt spid="37"/>
                                        </p:tgtEl>
                                      </p:cBhvr>
                                    </p:animEffect>
                                  </p:childTnLst>
                                </p:cTn>
                              </p:par>
                            </p:childTnLst>
                          </p:cTn>
                        </p:par>
                      </p:childTnLst>
                    </p:cTn>
                  </p:par>
                  <p:par>
                    <p:cTn id="52" fill="hold">
                      <p:stCondLst>
                        <p:cond delay="indefinite"/>
                      </p:stCondLst>
                      <p:childTnLst>
                        <p:par>
                          <p:cTn id="53" fill="hold">
                            <p:stCondLst>
                              <p:cond delay="0"/>
                            </p:stCondLst>
                            <p:childTnLst>
                              <p:par>
                                <p:cTn id="54" presetID="8" presetClass="emph" presetSubtype="0" fill="hold" nodeType="clickEffect">
                                  <p:stCondLst>
                                    <p:cond delay="0"/>
                                  </p:stCondLst>
                                  <p:childTnLst>
                                    <p:animRot by="21600000">
                                      <p:cBhvr>
                                        <p:cTn id="55" dur="500" fill="hold"/>
                                        <p:tgtEl>
                                          <p:spTgt spid="37"/>
                                        </p:tgtEl>
                                        <p:attrNameLst>
                                          <p:attrName>r</p:attrName>
                                        </p:attrNameLst>
                                      </p:cBhvr>
                                    </p:animRo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153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9" presetClass="exit" presetSubtype="0" fill="hold" nodeType="clickEffect">
                                  <p:stCondLst>
                                    <p:cond delay="0"/>
                                  </p:stCondLst>
                                  <p:childTnLst>
                                    <p:animEffect transition="out" filter="dissolve">
                                      <p:cBhvr>
                                        <p:cTn id="63" dur="500"/>
                                        <p:tgtEl>
                                          <p:spTgt spid="37"/>
                                        </p:tgtEl>
                                      </p:cBhvr>
                                    </p:animEffect>
                                    <p:set>
                                      <p:cBhvr>
                                        <p:cTn id="64" dur="1" fill="hold">
                                          <p:stCondLst>
                                            <p:cond delay="499"/>
                                          </p:stCondLst>
                                        </p:cTn>
                                        <p:tgtEl>
                                          <p:spTgt spid="37"/>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64518"/>
                                        </p:tgtEl>
                                        <p:attrNameLst>
                                          <p:attrName>style.visibility</p:attrName>
                                        </p:attrNameLst>
                                      </p:cBhvr>
                                      <p:to>
                                        <p:strVal val="visible"/>
                                      </p:to>
                                    </p:set>
                                    <p:animEffect transition="in" filter="dissolve">
                                      <p:cBhvr>
                                        <p:cTn id="69" dur="500"/>
                                        <p:tgtEl>
                                          <p:spTgt spid="64518"/>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xit" presetSubtype="0" fill="hold" grpId="0" nodeType="clickEffect">
                                  <p:stCondLst>
                                    <p:cond delay="0"/>
                                  </p:stCondLst>
                                  <p:childTnLst>
                                    <p:animEffect transition="out" filter="dissolve">
                                      <p:cBhvr>
                                        <p:cTn id="73" dur="500"/>
                                        <p:tgtEl>
                                          <p:spTgt spid="64518"/>
                                        </p:tgtEl>
                                      </p:cBhvr>
                                    </p:animEffect>
                                    <p:set>
                                      <p:cBhvr>
                                        <p:cTn id="74" dur="1" fill="hold">
                                          <p:stCondLst>
                                            <p:cond delay="499"/>
                                          </p:stCondLst>
                                        </p:cTn>
                                        <p:tgtEl>
                                          <p:spTgt spid="6451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blinds(horizontal)">
                                      <p:cBhvr>
                                        <p:cTn id="79" dur="500"/>
                                        <p:tgtEl>
                                          <p:spTgt spid="38"/>
                                        </p:tgtEl>
                                      </p:cBhvr>
                                    </p:animEffect>
                                  </p:childTnLst>
                                </p:cTn>
                              </p:par>
                            </p:childTnLst>
                          </p:cTn>
                        </p:par>
                      </p:childTnLst>
                    </p:cTn>
                  </p:par>
                  <p:par>
                    <p:cTn id="80" fill="hold">
                      <p:stCondLst>
                        <p:cond delay="indefinite"/>
                      </p:stCondLst>
                      <p:childTnLst>
                        <p:par>
                          <p:cTn id="81" fill="hold">
                            <p:stCondLst>
                              <p:cond delay="0"/>
                            </p:stCondLst>
                            <p:childTnLst>
                              <p:par>
                                <p:cTn id="82" presetID="8" presetClass="emph" presetSubtype="0" fill="hold" nodeType="clickEffect">
                                  <p:stCondLst>
                                    <p:cond delay="0"/>
                                  </p:stCondLst>
                                  <p:childTnLst>
                                    <p:animRot by="21600000">
                                      <p:cBhvr>
                                        <p:cTn id="83" dur="500" fill="hold"/>
                                        <p:tgtEl>
                                          <p:spTgt spid="38"/>
                                        </p:tgtEl>
                                        <p:attrNameLst>
                                          <p:attrName>r</p:attrName>
                                        </p:attrNameLst>
                                      </p:cBhvr>
                                    </p:animRot>
                                  </p:childTnLst>
                                </p:cTn>
                              </p:par>
                            </p:childTnLst>
                          </p:cTn>
                        </p:par>
                      </p:childTnLst>
                    </p:cTn>
                  </p:par>
                  <p:par>
                    <p:cTn id="84" fill="hold">
                      <p:stCondLst>
                        <p:cond delay="indefinite"/>
                      </p:stCondLst>
                      <p:childTnLst>
                        <p:par>
                          <p:cTn id="85" fill="hold">
                            <p:stCondLst>
                              <p:cond delay="0"/>
                            </p:stCondLst>
                            <p:childTnLst>
                              <p:par>
                                <p:cTn id="86" presetID="9" presetClass="exit" presetSubtype="0" fill="hold" nodeType="clickEffect">
                                  <p:stCondLst>
                                    <p:cond delay="0"/>
                                  </p:stCondLst>
                                  <p:childTnLst>
                                    <p:animEffect transition="out" filter="dissolve">
                                      <p:cBhvr>
                                        <p:cTn id="87" dur="500"/>
                                        <p:tgtEl>
                                          <p:spTgt spid="38"/>
                                        </p:tgtEl>
                                      </p:cBhvr>
                                    </p:animEffect>
                                    <p:set>
                                      <p:cBhvr>
                                        <p:cTn id="88" dur="1" fill="hold">
                                          <p:stCondLst>
                                            <p:cond delay="499"/>
                                          </p:stCondLst>
                                        </p:cTn>
                                        <p:tgtEl>
                                          <p:spTgt spid="38"/>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64519"/>
                                        </p:tgtEl>
                                        <p:attrNameLst>
                                          <p:attrName>style.visibility</p:attrName>
                                        </p:attrNameLst>
                                      </p:cBhvr>
                                      <p:to>
                                        <p:strVal val="visible"/>
                                      </p:to>
                                    </p:set>
                                    <p:animEffect transition="in" filter="dissolve">
                                      <p:cBhvr>
                                        <p:cTn id="93" dur="500"/>
                                        <p:tgtEl>
                                          <p:spTgt spid="64519"/>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xit" presetSubtype="0" fill="hold" nodeType="clickEffect">
                                  <p:stCondLst>
                                    <p:cond delay="0"/>
                                  </p:stCondLst>
                                  <p:childTnLst>
                                    <p:animEffect transition="out" filter="dissolve">
                                      <p:cBhvr>
                                        <p:cTn id="97" dur="500"/>
                                        <p:tgtEl>
                                          <p:spTgt spid="64519"/>
                                        </p:tgtEl>
                                      </p:cBhvr>
                                    </p:animEffect>
                                    <p:set>
                                      <p:cBhvr>
                                        <p:cTn id="98" dur="1" fill="hold">
                                          <p:stCondLst>
                                            <p:cond delay="499"/>
                                          </p:stCondLst>
                                        </p:cTn>
                                        <p:tgtEl>
                                          <p:spTgt spid="64519"/>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nodeType="click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blinds(horizontal)">
                                      <p:cBhvr>
                                        <p:cTn id="103" dur="500"/>
                                        <p:tgtEl>
                                          <p:spTgt spid="39"/>
                                        </p:tgtEl>
                                      </p:cBhvr>
                                    </p:animEffect>
                                  </p:childTnLst>
                                </p:cTn>
                              </p:par>
                            </p:childTnLst>
                          </p:cTn>
                        </p:par>
                      </p:childTnLst>
                    </p:cTn>
                  </p:par>
                  <p:par>
                    <p:cTn id="104" fill="hold">
                      <p:stCondLst>
                        <p:cond delay="indefinite"/>
                      </p:stCondLst>
                      <p:childTnLst>
                        <p:par>
                          <p:cTn id="105" fill="hold">
                            <p:stCondLst>
                              <p:cond delay="0"/>
                            </p:stCondLst>
                            <p:childTnLst>
                              <p:par>
                                <p:cTn id="106" presetID="8" presetClass="emph" presetSubtype="0" fill="hold" nodeType="clickEffect">
                                  <p:stCondLst>
                                    <p:cond delay="0"/>
                                  </p:stCondLst>
                                  <p:childTnLst>
                                    <p:animRot by="21600000">
                                      <p:cBhvr>
                                        <p:cTn id="107" dur="500" fill="hold"/>
                                        <p:tgtEl>
                                          <p:spTgt spid="39"/>
                                        </p:tgtEl>
                                        <p:attrNameLst>
                                          <p:attrName>r</p:attrName>
                                        </p:attrNameLst>
                                      </p:cBhvr>
                                    </p:animRot>
                                  </p:childTnLst>
                                </p:cTn>
                              </p:par>
                            </p:childTnLst>
                          </p:cTn>
                        </p:par>
                      </p:childTnLst>
                    </p:cTn>
                  </p:par>
                  <p:par>
                    <p:cTn id="108" fill="hold">
                      <p:stCondLst>
                        <p:cond delay="indefinite"/>
                      </p:stCondLst>
                      <p:childTnLst>
                        <p:par>
                          <p:cTn id="109" fill="hold">
                            <p:stCondLst>
                              <p:cond delay="0"/>
                            </p:stCondLst>
                            <p:childTnLst>
                              <p:par>
                                <p:cTn id="110" presetID="9" presetClass="exit" presetSubtype="0" fill="hold" nodeType="clickEffect">
                                  <p:stCondLst>
                                    <p:cond delay="0"/>
                                  </p:stCondLst>
                                  <p:childTnLst>
                                    <p:animEffect transition="out" filter="dissolve">
                                      <p:cBhvr>
                                        <p:cTn id="111" dur="500"/>
                                        <p:tgtEl>
                                          <p:spTgt spid="39"/>
                                        </p:tgtEl>
                                      </p:cBhvr>
                                    </p:animEffect>
                                    <p:set>
                                      <p:cBhvr>
                                        <p:cTn id="112" dur="1" fill="hold">
                                          <p:stCondLst>
                                            <p:cond delay="499"/>
                                          </p:stCondLst>
                                        </p:cTn>
                                        <p:tgtEl>
                                          <p:spTgt spid="3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grpId="0" nodeType="clickEffect">
                                  <p:stCondLst>
                                    <p:cond delay="0"/>
                                  </p:stCondLst>
                                  <p:childTnLst>
                                    <p:set>
                                      <p:cBhvr>
                                        <p:cTn id="116" dur="1" fill="hold">
                                          <p:stCondLst>
                                            <p:cond delay="0"/>
                                          </p:stCondLst>
                                        </p:cTn>
                                        <p:tgtEl>
                                          <p:spTgt spid="64521"/>
                                        </p:tgtEl>
                                        <p:attrNameLst>
                                          <p:attrName>style.visibility</p:attrName>
                                        </p:attrNameLst>
                                      </p:cBhvr>
                                      <p:to>
                                        <p:strVal val="visible"/>
                                      </p:to>
                                    </p:set>
                                    <p:animEffect transition="in" filter="dissolve">
                                      <p:cBhvr>
                                        <p:cTn id="117" dur="500"/>
                                        <p:tgtEl>
                                          <p:spTgt spid="64521"/>
                                        </p:tgtEl>
                                      </p:cBhvr>
                                    </p:animEffect>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nodeType="clickEffect">
                                  <p:stCondLst>
                                    <p:cond delay="0"/>
                                  </p:stCondLst>
                                  <p:childTnLst>
                                    <p:set>
                                      <p:cBhvr>
                                        <p:cTn id="121" dur="1" fill="hold">
                                          <p:stCondLst>
                                            <p:cond delay="0"/>
                                          </p:stCondLst>
                                        </p:cTn>
                                        <p:tgtEl>
                                          <p:spTgt spid="30"/>
                                        </p:tgtEl>
                                        <p:attrNameLst>
                                          <p:attrName>style.visibility</p:attrName>
                                        </p:attrNameLst>
                                      </p:cBhvr>
                                      <p:to>
                                        <p:strVal val="visible"/>
                                      </p:to>
                                    </p:set>
                                    <p:anim calcmode="lin" valueType="num">
                                      <p:cBhvr additive="base">
                                        <p:cTn id="122" dur="500" fill="hold"/>
                                        <p:tgtEl>
                                          <p:spTgt spid="30"/>
                                        </p:tgtEl>
                                        <p:attrNameLst>
                                          <p:attrName>ppt_x</p:attrName>
                                        </p:attrNameLst>
                                      </p:cBhvr>
                                      <p:tavLst>
                                        <p:tav tm="0">
                                          <p:val>
                                            <p:strVal val="#ppt_x"/>
                                          </p:val>
                                        </p:tav>
                                        <p:tav tm="100000">
                                          <p:val>
                                            <p:strVal val="#ppt_x"/>
                                          </p:val>
                                        </p:tav>
                                      </p:tavLst>
                                    </p:anim>
                                    <p:anim calcmode="lin" valueType="num">
                                      <p:cBhvr additive="base">
                                        <p:cTn id="123"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7"/>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3"/>
                                        </p:tgtEl>
                                        <p:attrNameLst>
                                          <p:attrName>style.visibility</p:attrName>
                                        </p:attrNameLst>
                                      </p:cBhvr>
                                      <p:to>
                                        <p:strVal val="visible"/>
                                      </p:to>
                                    </p:set>
                                    <p:animEffect transition="in" filter="fade">
                                      <p:cBhvr>
                                        <p:cTn id="132" dur="2000"/>
                                        <p:tgtEl>
                                          <p:spTgt spid="3"/>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4"/>
                                        </p:tgtEl>
                                        <p:attrNameLst>
                                          <p:attrName>style.visibility</p:attrName>
                                        </p:attrNameLst>
                                      </p:cBhvr>
                                      <p:to>
                                        <p:strVal val="visible"/>
                                      </p:to>
                                    </p:set>
                                    <p:animEffect transition="in" filter="fade">
                                      <p:cBhvr>
                                        <p:cTn id="137" dur="2000"/>
                                        <p:tgtEl>
                                          <p:spTgt spid="4"/>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nodeType="clickEffect">
                                  <p:stCondLst>
                                    <p:cond delay="0"/>
                                  </p:stCondLst>
                                  <p:childTnLst>
                                    <p:set>
                                      <p:cBhvr>
                                        <p:cTn id="141" dur="1" fill="hold">
                                          <p:stCondLst>
                                            <p:cond delay="0"/>
                                          </p:stCondLst>
                                        </p:cTn>
                                        <p:tgtEl>
                                          <p:spTgt spid="5"/>
                                        </p:tgtEl>
                                        <p:attrNameLst>
                                          <p:attrName>style.visibility</p:attrName>
                                        </p:attrNameLst>
                                      </p:cBhvr>
                                      <p:to>
                                        <p:strVal val="visible"/>
                                      </p:to>
                                    </p:set>
                                    <p:animEffect transition="in" filter="wipe(down)">
                                      <p:cBhvr>
                                        <p:cTn id="1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8" grpId="0" animBg="1"/>
      <p:bldP spid="64519" grpId="0" animBg="1"/>
      <p:bldP spid="64521" grpId="0" animBg="1"/>
      <p:bldP spid="21534" grpId="0" animBg="1"/>
      <p:bldP spid="21535" grpId="0" animBg="1"/>
      <p:bldP spid="21536" grpId="0" animBg="1"/>
      <p:bldP spid="44" grpId="0" build="allAtOnce"/>
      <p:bldP spid="44" grpId="1" build="allAtOnce"/>
    </p:bld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6339" name="Rectangle 3"/>
          <p:cNvSpPr>
            <a:spLocks/>
          </p:cNvSpPr>
          <p:nvPr/>
        </p:nvSpPr>
        <p:spPr bwMode="auto">
          <a:xfrm>
            <a:off x="539750" y="4724400"/>
            <a:ext cx="8135938" cy="1727200"/>
          </a:xfrm>
          <a:prstGeom prst="rect">
            <a:avLst/>
          </a:prstGeom>
          <a:noFill/>
          <a:ln w="9525">
            <a:noFill/>
            <a:miter lim="800000"/>
            <a:headEnd/>
            <a:tailEnd/>
          </a:ln>
        </p:spPr>
        <p:txBody>
          <a:bodyPr>
            <a:prstTxWarp prst="textNoShape">
              <a:avLst/>
            </a:prstTxWarp>
          </a:bodyPr>
          <a:lstStyle/>
          <a:p>
            <a:pPr marL="342900" indent="-342900"/>
            <a:r>
              <a:rPr lang="en-US" altLang="ko-KR" sz="2000" i="1">
                <a:solidFill>
                  <a:schemeClr val="tx1"/>
                </a:solidFill>
                <a:latin typeface="Calibri" pitchFamily="-28" charset="0"/>
              </a:rPr>
              <a:t>If the measurement result is “recorded” in the environment, </a:t>
            </a:r>
            <a:r>
              <a:rPr lang="en-US" altLang="ko-KR" sz="2000">
                <a:solidFill>
                  <a:schemeClr val="tx1"/>
                </a:solidFill>
                <a:latin typeface="Calibri" pitchFamily="-28" charset="0"/>
              </a:rPr>
              <a:t>|</a:t>
            </a:r>
            <a:r>
              <a:rPr lang="en-US" altLang="ko-KR" sz="2000" i="1">
                <a:solidFill>
                  <a:schemeClr val="tx1"/>
                </a:solidFill>
                <a:latin typeface="Calibri" pitchFamily="-28" charset="0"/>
              </a:rPr>
              <a:t>E</a:t>
            </a:r>
            <a:r>
              <a:rPr lang="en-US" altLang="ko-KR" sz="2000" baseline="-25000">
                <a:solidFill>
                  <a:schemeClr val="tx1"/>
                </a:solidFill>
                <a:latin typeface="Calibri" pitchFamily="-28" charset="0"/>
              </a:rPr>
              <a:t>1</a:t>
            </a:r>
            <a:r>
              <a:rPr lang="en-US" altLang="ko-KR" sz="2000">
                <a:solidFill>
                  <a:schemeClr val="tx1"/>
                </a:solidFill>
                <a:latin typeface="Calibri" pitchFamily="-28" charset="0"/>
              </a:rPr>
              <a:t>&gt;</a:t>
            </a:r>
            <a:r>
              <a:rPr lang="en-US" altLang="ko-KR" sz="2000" i="1">
                <a:solidFill>
                  <a:schemeClr val="tx1"/>
                </a:solidFill>
                <a:latin typeface="Calibri" pitchFamily="-28" charset="0"/>
              </a:rPr>
              <a:t> and </a:t>
            </a:r>
            <a:r>
              <a:rPr lang="en-US" altLang="ko-KR" sz="2000">
                <a:solidFill>
                  <a:schemeClr val="tx1"/>
                </a:solidFill>
                <a:latin typeface="Calibri" pitchFamily="-28" charset="0"/>
              </a:rPr>
              <a:t>|</a:t>
            </a:r>
            <a:r>
              <a:rPr lang="en-US" altLang="ko-KR" sz="2000" i="1">
                <a:solidFill>
                  <a:schemeClr val="tx1"/>
                </a:solidFill>
                <a:latin typeface="Calibri" pitchFamily="-28" charset="0"/>
              </a:rPr>
              <a:t>E</a:t>
            </a:r>
            <a:r>
              <a:rPr lang="en-US" altLang="ko-KR" sz="2000" baseline="-25000">
                <a:solidFill>
                  <a:schemeClr val="tx1"/>
                </a:solidFill>
                <a:latin typeface="Calibri" pitchFamily="-28" charset="0"/>
              </a:rPr>
              <a:t>2</a:t>
            </a:r>
            <a:r>
              <a:rPr lang="en-US" altLang="ko-KR" sz="2000">
                <a:solidFill>
                  <a:schemeClr val="tx1"/>
                </a:solidFill>
                <a:latin typeface="Calibri" pitchFamily="-28" charset="0"/>
              </a:rPr>
              <a:t>&gt;</a:t>
            </a:r>
            <a:r>
              <a:rPr lang="en-US" altLang="ko-KR" sz="2000" i="1">
                <a:solidFill>
                  <a:schemeClr val="tx1"/>
                </a:solidFill>
                <a:latin typeface="Calibri" pitchFamily="-28" charset="0"/>
              </a:rPr>
              <a:t> will be orthogonal. </a:t>
            </a:r>
          </a:p>
          <a:p>
            <a:pPr marL="342900" indent="-342900"/>
            <a:r>
              <a:rPr lang="en-US" altLang="ko-KR" sz="2000" i="1">
                <a:solidFill>
                  <a:schemeClr val="tx1"/>
                </a:solidFill>
                <a:latin typeface="Calibri" pitchFamily="-28" charset="0"/>
              </a:rPr>
              <a:t>After the interaction with the environment and tracing over the environment degree of freedom, one can find that the system is decohered.</a:t>
            </a:r>
          </a:p>
        </p:txBody>
      </p:sp>
      <p:graphicFrame>
        <p:nvGraphicFramePr>
          <p:cNvPr id="526340" name="Object 2"/>
          <p:cNvGraphicFramePr>
            <a:graphicFrameLocks noChangeAspect="1"/>
          </p:cNvGraphicFramePr>
          <p:nvPr/>
        </p:nvGraphicFramePr>
        <p:xfrm>
          <a:off x="511175" y="1366838"/>
          <a:ext cx="1158875" cy="452437"/>
        </p:xfrm>
        <a:graphic>
          <a:graphicData uri="http://schemas.openxmlformats.org/presentationml/2006/ole">
            <p:oleObj spid="_x0000_s104450" name="Equation" r:id="rId3" imgW="584200" imgH="228600" progId="Equation.3">
              <p:embed/>
            </p:oleObj>
          </a:graphicData>
        </a:graphic>
      </p:graphicFrame>
      <p:graphicFrame>
        <p:nvGraphicFramePr>
          <p:cNvPr id="526341" name="Object 3"/>
          <p:cNvGraphicFramePr>
            <a:graphicFrameLocks noChangeAspect="1"/>
          </p:cNvGraphicFramePr>
          <p:nvPr/>
        </p:nvGraphicFramePr>
        <p:xfrm>
          <a:off x="2406650" y="1354138"/>
          <a:ext cx="2139950" cy="477837"/>
        </p:xfrm>
        <a:graphic>
          <a:graphicData uri="http://schemas.openxmlformats.org/presentationml/2006/ole">
            <p:oleObj spid="_x0000_s104451" name="Equation" r:id="rId4" imgW="1079500" imgH="241300" progId="Equation.3">
              <p:embed/>
            </p:oleObj>
          </a:graphicData>
        </a:graphic>
      </p:graphicFrame>
      <p:graphicFrame>
        <p:nvGraphicFramePr>
          <p:cNvPr id="526342" name="Object 4"/>
          <p:cNvGraphicFramePr>
            <a:graphicFrameLocks noChangeAspect="1"/>
          </p:cNvGraphicFramePr>
          <p:nvPr/>
        </p:nvGraphicFramePr>
        <p:xfrm>
          <a:off x="5207000" y="1366838"/>
          <a:ext cx="3549650" cy="452437"/>
        </p:xfrm>
        <a:graphic>
          <a:graphicData uri="http://schemas.openxmlformats.org/presentationml/2006/ole">
            <p:oleObj spid="_x0000_s104452" name="Equation" r:id="rId5" imgW="1790700" imgH="228600" progId="Equation.3">
              <p:embed/>
            </p:oleObj>
          </a:graphicData>
        </a:graphic>
      </p:graphicFrame>
      <p:sp>
        <p:nvSpPr>
          <p:cNvPr id="526343" name="Right Arrow 19"/>
          <p:cNvSpPr>
            <a:spLocks noChangeArrowheads="1"/>
          </p:cNvSpPr>
          <p:nvPr/>
        </p:nvSpPr>
        <p:spPr bwMode="auto">
          <a:xfrm>
            <a:off x="1782763" y="1341438"/>
            <a:ext cx="576262" cy="484187"/>
          </a:xfrm>
          <a:prstGeom prst="rightArrow">
            <a:avLst>
              <a:gd name="adj1" fmla="val 50000"/>
              <a:gd name="adj2" fmla="val 29479"/>
            </a:avLst>
          </a:prstGeom>
          <a:noFill/>
          <a:ln w="25400">
            <a:solidFill>
              <a:srgbClr val="FF0000"/>
            </a:solidFill>
            <a:round/>
            <a:headEnd/>
            <a:tailEnd type="triangle" w="med" len="med"/>
          </a:ln>
        </p:spPr>
        <p:txBody>
          <a:bodyPr anchor="ctr">
            <a:prstTxWarp prst="textNoShape">
              <a:avLst/>
            </a:prstTxWarp>
          </a:bodyPr>
          <a:lstStyle/>
          <a:p>
            <a:pPr algn="ctr">
              <a:buFontTx/>
              <a:buNone/>
            </a:pPr>
            <a:endParaRPr lang="en-AU">
              <a:solidFill>
                <a:srgbClr val="FF0000"/>
              </a:solidFill>
              <a:latin typeface="Times New Roman" pitchFamily="-28" charset="0"/>
            </a:endParaRPr>
          </a:p>
        </p:txBody>
      </p:sp>
      <p:sp>
        <p:nvSpPr>
          <p:cNvPr id="526344" name="Right Arrow 19"/>
          <p:cNvSpPr>
            <a:spLocks noChangeArrowheads="1"/>
          </p:cNvSpPr>
          <p:nvPr/>
        </p:nvSpPr>
        <p:spPr bwMode="auto">
          <a:xfrm>
            <a:off x="4591050" y="1341438"/>
            <a:ext cx="576263" cy="484187"/>
          </a:xfrm>
          <a:prstGeom prst="rightArrow">
            <a:avLst>
              <a:gd name="adj1" fmla="val 50000"/>
              <a:gd name="adj2" fmla="val 29479"/>
            </a:avLst>
          </a:prstGeom>
          <a:noFill/>
          <a:ln w="25400">
            <a:solidFill>
              <a:srgbClr val="FF0000"/>
            </a:solidFill>
            <a:round/>
            <a:headEnd/>
            <a:tailEnd type="triangle" w="med" len="med"/>
          </a:ln>
        </p:spPr>
        <p:txBody>
          <a:bodyPr anchor="ctr">
            <a:prstTxWarp prst="textNoShape">
              <a:avLst/>
            </a:prstTxWarp>
          </a:bodyPr>
          <a:lstStyle/>
          <a:p>
            <a:pPr algn="ctr">
              <a:buFontTx/>
              <a:buNone/>
            </a:pPr>
            <a:endParaRPr lang="en-AU">
              <a:solidFill>
                <a:srgbClr val="FF0000"/>
              </a:solidFill>
              <a:latin typeface="Times New Roman" pitchFamily="-28" charset="0"/>
            </a:endParaRPr>
          </a:p>
        </p:txBody>
      </p:sp>
      <p:graphicFrame>
        <p:nvGraphicFramePr>
          <p:cNvPr id="526345" name="Object 5"/>
          <p:cNvGraphicFramePr>
            <a:graphicFrameLocks noChangeAspect="1"/>
          </p:cNvGraphicFramePr>
          <p:nvPr/>
        </p:nvGraphicFramePr>
        <p:xfrm>
          <a:off x="1123950" y="2374900"/>
          <a:ext cx="7751763" cy="2070100"/>
        </p:xfrm>
        <a:graphic>
          <a:graphicData uri="http://schemas.openxmlformats.org/presentationml/2006/ole">
            <p:oleObj spid="_x0000_s104453" name="Equation" r:id="rId6" imgW="3911600" imgH="1041400" progId="Equation.3">
              <p:embed/>
            </p:oleObj>
          </a:graphicData>
        </a:graphic>
      </p:graphicFrame>
      <p:sp>
        <p:nvSpPr>
          <p:cNvPr id="526346" name="Right Arrow 19"/>
          <p:cNvSpPr>
            <a:spLocks noChangeArrowheads="1"/>
          </p:cNvSpPr>
          <p:nvPr/>
        </p:nvSpPr>
        <p:spPr bwMode="auto">
          <a:xfrm>
            <a:off x="468313" y="3141663"/>
            <a:ext cx="576262" cy="484187"/>
          </a:xfrm>
          <a:prstGeom prst="rightArrow">
            <a:avLst>
              <a:gd name="adj1" fmla="val 50000"/>
              <a:gd name="adj2" fmla="val 29479"/>
            </a:avLst>
          </a:prstGeom>
          <a:noFill/>
          <a:ln w="25400">
            <a:solidFill>
              <a:schemeClr val="hlink"/>
            </a:solidFill>
            <a:round/>
            <a:headEnd/>
            <a:tailEnd type="triangle" w="med" len="med"/>
          </a:ln>
        </p:spPr>
        <p:txBody>
          <a:bodyPr anchor="ctr">
            <a:prstTxWarp prst="textNoShape">
              <a:avLst/>
            </a:prstTxWarp>
          </a:bodyPr>
          <a:lstStyle/>
          <a:p>
            <a:pPr algn="ctr">
              <a:buFontTx/>
              <a:buNone/>
            </a:pPr>
            <a:endParaRPr lang="en-AU">
              <a:solidFill>
                <a:srgbClr val="FF0000"/>
              </a:solidFill>
              <a:latin typeface="Times New Roman" pitchFamily="-28" charset="0"/>
            </a:endParaRPr>
          </a:p>
        </p:txBody>
      </p:sp>
      <p:sp>
        <p:nvSpPr>
          <p:cNvPr id="104458" name="Rectangle 10"/>
          <p:cNvSpPr>
            <a:spLocks noChangeArrowheads="1"/>
          </p:cNvSpPr>
          <p:nvPr/>
        </p:nvSpPr>
        <p:spPr bwMode="auto">
          <a:xfrm>
            <a:off x="3276600" y="381000"/>
            <a:ext cx="2511425" cy="769938"/>
          </a:xfrm>
          <a:prstGeom prst="rect">
            <a:avLst/>
          </a:prstGeom>
          <a:noFill/>
          <a:ln w="9525">
            <a:noFill/>
            <a:miter lim="800000"/>
            <a:headEnd/>
            <a:tailEnd/>
          </a:ln>
        </p:spPr>
        <p:txBody>
          <a:bodyPr wrap="none">
            <a:prstTxWarp prst="textNoShape">
              <a:avLst/>
            </a:prstTxWarp>
            <a:spAutoFit/>
          </a:bodyPr>
          <a:lstStyle/>
          <a:p>
            <a:pPr>
              <a:buFontTx/>
              <a:buNone/>
            </a:pPr>
            <a:r>
              <a:rPr lang="en-US" altLang="ko-KR" sz="4400">
                <a:solidFill>
                  <a:srgbClr val="C0504D"/>
                </a:solidFill>
                <a:latin typeface="Calibri" pitchFamily="-28" charset="0"/>
              </a:rPr>
              <a:t>Basic idea</a:t>
            </a: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63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63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63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63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63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63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63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263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p:bldP spid="526343" grpId="0" animBg="1"/>
      <p:bldP spid="526344" grpId="0" animBg="1"/>
      <p:bldP spid="526346" grpId="0" animBg="1"/>
    </p:bld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527364" name="Object 2"/>
          <p:cNvGraphicFramePr>
            <a:graphicFrameLocks noChangeAspect="1"/>
          </p:cNvGraphicFramePr>
          <p:nvPr/>
        </p:nvGraphicFramePr>
        <p:xfrm>
          <a:off x="487363" y="1341438"/>
          <a:ext cx="1208087" cy="503237"/>
        </p:xfrm>
        <a:graphic>
          <a:graphicData uri="http://schemas.openxmlformats.org/presentationml/2006/ole">
            <p:oleObj spid="_x0000_s105474" name="Equation" r:id="rId3" imgW="609480" imgH="253800" progId="Equation.3">
              <p:embed/>
            </p:oleObj>
          </a:graphicData>
        </a:graphic>
      </p:graphicFrame>
      <p:graphicFrame>
        <p:nvGraphicFramePr>
          <p:cNvPr id="527365" name="Object 3"/>
          <p:cNvGraphicFramePr>
            <a:graphicFrameLocks noChangeAspect="1"/>
          </p:cNvGraphicFramePr>
          <p:nvPr/>
        </p:nvGraphicFramePr>
        <p:xfrm>
          <a:off x="2406650" y="1354138"/>
          <a:ext cx="2139950" cy="477837"/>
        </p:xfrm>
        <a:graphic>
          <a:graphicData uri="http://schemas.openxmlformats.org/presentationml/2006/ole">
            <p:oleObj spid="_x0000_s105475" name="Equation" r:id="rId4" imgW="1079500" imgH="241300" progId="Equation.3">
              <p:embed/>
            </p:oleObj>
          </a:graphicData>
        </a:graphic>
      </p:graphicFrame>
      <p:graphicFrame>
        <p:nvGraphicFramePr>
          <p:cNvPr id="527366" name="Object 4"/>
          <p:cNvGraphicFramePr>
            <a:graphicFrameLocks noChangeAspect="1"/>
          </p:cNvGraphicFramePr>
          <p:nvPr/>
        </p:nvGraphicFramePr>
        <p:xfrm>
          <a:off x="5219700" y="1341438"/>
          <a:ext cx="3524250" cy="503237"/>
        </p:xfrm>
        <a:graphic>
          <a:graphicData uri="http://schemas.openxmlformats.org/presentationml/2006/ole">
            <p:oleObj spid="_x0000_s105476" name="Equation" r:id="rId5" imgW="1777680" imgH="253800" progId="Equation.3">
              <p:embed/>
            </p:oleObj>
          </a:graphicData>
        </a:graphic>
      </p:graphicFrame>
      <p:sp>
        <p:nvSpPr>
          <p:cNvPr id="527367" name="Right Arrow 19"/>
          <p:cNvSpPr>
            <a:spLocks noChangeArrowheads="1"/>
          </p:cNvSpPr>
          <p:nvPr/>
        </p:nvSpPr>
        <p:spPr bwMode="auto">
          <a:xfrm>
            <a:off x="1782763" y="1341438"/>
            <a:ext cx="576262" cy="484187"/>
          </a:xfrm>
          <a:prstGeom prst="rightArrow">
            <a:avLst>
              <a:gd name="adj1" fmla="val 50000"/>
              <a:gd name="adj2" fmla="val 29479"/>
            </a:avLst>
          </a:prstGeom>
          <a:noFill/>
          <a:ln w="25400">
            <a:solidFill>
              <a:srgbClr val="FF0000"/>
            </a:solidFill>
            <a:round/>
            <a:headEnd/>
            <a:tailEnd type="triangle" w="med" len="med"/>
          </a:ln>
        </p:spPr>
        <p:txBody>
          <a:bodyPr anchor="ctr">
            <a:prstTxWarp prst="textNoShape">
              <a:avLst/>
            </a:prstTxWarp>
          </a:bodyPr>
          <a:lstStyle/>
          <a:p>
            <a:pPr algn="ctr">
              <a:buFontTx/>
              <a:buNone/>
            </a:pPr>
            <a:endParaRPr lang="en-AU">
              <a:solidFill>
                <a:srgbClr val="FF0000"/>
              </a:solidFill>
              <a:latin typeface="Times New Roman" pitchFamily="-28" charset="0"/>
            </a:endParaRPr>
          </a:p>
        </p:txBody>
      </p:sp>
      <p:sp>
        <p:nvSpPr>
          <p:cNvPr id="527368" name="Right Arrow 19"/>
          <p:cNvSpPr>
            <a:spLocks noChangeArrowheads="1"/>
          </p:cNvSpPr>
          <p:nvPr/>
        </p:nvSpPr>
        <p:spPr bwMode="auto">
          <a:xfrm>
            <a:off x="4591050" y="1341438"/>
            <a:ext cx="576263" cy="484187"/>
          </a:xfrm>
          <a:prstGeom prst="rightArrow">
            <a:avLst>
              <a:gd name="adj1" fmla="val 50000"/>
              <a:gd name="adj2" fmla="val 29479"/>
            </a:avLst>
          </a:prstGeom>
          <a:noFill/>
          <a:ln w="25400">
            <a:solidFill>
              <a:srgbClr val="FF0000"/>
            </a:solidFill>
            <a:round/>
            <a:headEnd/>
            <a:tailEnd type="triangle" w="med" len="med"/>
          </a:ln>
        </p:spPr>
        <p:txBody>
          <a:bodyPr anchor="ctr">
            <a:prstTxWarp prst="textNoShape">
              <a:avLst/>
            </a:prstTxWarp>
          </a:bodyPr>
          <a:lstStyle/>
          <a:p>
            <a:pPr algn="ctr">
              <a:buFontTx/>
              <a:buNone/>
            </a:pPr>
            <a:endParaRPr lang="en-AU">
              <a:solidFill>
                <a:srgbClr val="FF0000"/>
              </a:solidFill>
              <a:latin typeface="Times New Roman" pitchFamily="-28" charset="0"/>
            </a:endParaRPr>
          </a:p>
        </p:txBody>
      </p:sp>
      <p:graphicFrame>
        <p:nvGraphicFramePr>
          <p:cNvPr id="527369" name="Object 5"/>
          <p:cNvGraphicFramePr>
            <a:graphicFrameLocks noChangeAspect="1"/>
          </p:cNvGraphicFramePr>
          <p:nvPr/>
        </p:nvGraphicFramePr>
        <p:xfrm>
          <a:off x="1123950" y="2374900"/>
          <a:ext cx="7751763" cy="2070100"/>
        </p:xfrm>
        <a:graphic>
          <a:graphicData uri="http://schemas.openxmlformats.org/presentationml/2006/ole">
            <p:oleObj spid="_x0000_s105477" name="Equation" r:id="rId6" imgW="3911600" imgH="1041400" progId="Equation.3">
              <p:embed/>
            </p:oleObj>
          </a:graphicData>
        </a:graphic>
      </p:graphicFrame>
      <p:sp>
        <p:nvSpPr>
          <p:cNvPr id="527370" name="Right Arrow 19"/>
          <p:cNvSpPr>
            <a:spLocks noChangeArrowheads="1"/>
          </p:cNvSpPr>
          <p:nvPr/>
        </p:nvSpPr>
        <p:spPr bwMode="auto">
          <a:xfrm>
            <a:off x="468313" y="3141663"/>
            <a:ext cx="576262" cy="484187"/>
          </a:xfrm>
          <a:prstGeom prst="rightArrow">
            <a:avLst>
              <a:gd name="adj1" fmla="val 50000"/>
              <a:gd name="adj2" fmla="val 29479"/>
            </a:avLst>
          </a:prstGeom>
          <a:noFill/>
          <a:ln w="25400">
            <a:solidFill>
              <a:schemeClr val="hlink"/>
            </a:solidFill>
            <a:round/>
            <a:headEnd/>
            <a:tailEnd type="triangle" w="med" len="med"/>
          </a:ln>
        </p:spPr>
        <p:txBody>
          <a:bodyPr anchor="ctr">
            <a:prstTxWarp prst="textNoShape">
              <a:avLst/>
            </a:prstTxWarp>
          </a:bodyPr>
          <a:lstStyle/>
          <a:p>
            <a:pPr algn="ctr">
              <a:buFontTx/>
              <a:buNone/>
            </a:pPr>
            <a:endParaRPr lang="en-AU">
              <a:solidFill>
                <a:srgbClr val="FF0000"/>
              </a:solidFill>
              <a:latin typeface="Times New Roman" pitchFamily="-28" charset="0"/>
            </a:endParaRPr>
          </a:p>
        </p:txBody>
      </p:sp>
      <p:graphicFrame>
        <p:nvGraphicFramePr>
          <p:cNvPr id="527371" name="Object 6"/>
          <p:cNvGraphicFramePr>
            <a:graphicFrameLocks noChangeAspect="1"/>
          </p:cNvGraphicFramePr>
          <p:nvPr/>
        </p:nvGraphicFramePr>
        <p:xfrm>
          <a:off x="3241675" y="5084763"/>
          <a:ext cx="2874963" cy="766762"/>
        </p:xfrm>
        <a:graphic>
          <a:graphicData uri="http://schemas.openxmlformats.org/presentationml/2006/ole">
            <p:oleObj spid="_x0000_s105478" name="Equation" r:id="rId7" imgW="952200" imgH="253800" progId="Equation.3">
              <p:embed/>
            </p:oleObj>
          </a:graphicData>
        </a:graphic>
      </p:graphicFrame>
      <p:sp>
        <p:nvSpPr>
          <p:cNvPr id="105482" name="Rectangle 10"/>
          <p:cNvSpPr>
            <a:spLocks noChangeArrowheads="1"/>
          </p:cNvSpPr>
          <p:nvPr/>
        </p:nvSpPr>
        <p:spPr bwMode="auto">
          <a:xfrm>
            <a:off x="3276600" y="381000"/>
            <a:ext cx="2511425" cy="769938"/>
          </a:xfrm>
          <a:prstGeom prst="rect">
            <a:avLst/>
          </a:prstGeom>
          <a:noFill/>
          <a:ln w="9525">
            <a:noFill/>
            <a:miter lim="800000"/>
            <a:headEnd/>
            <a:tailEnd/>
          </a:ln>
        </p:spPr>
        <p:txBody>
          <a:bodyPr wrap="none">
            <a:prstTxWarp prst="textNoShape">
              <a:avLst/>
            </a:prstTxWarp>
            <a:spAutoFit/>
          </a:bodyPr>
          <a:lstStyle/>
          <a:p>
            <a:pPr>
              <a:buFontTx/>
              <a:buNone/>
            </a:pPr>
            <a:r>
              <a:rPr lang="en-US" altLang="ko-KR" sz="4400">
                <a:solidFill>
                  <a:srgbClr val="C0504D"/>
                </a:solidFill>
                <a:latin typeface="Calibri" pitchFamily="-28" charset="0"/>
              </a:rPr>
              <a:t>Basic idea</a:t>
            </a: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73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73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73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73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73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73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73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7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7" grpId="0" animBg="1"/>
      <p:bldP spid="527368" grpId="0" animBg="1"/>
      <p:bldP spid="527370" grpId="0" animBg="1"/>
    </p:bld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6498" name="Rectangle 2"/>
          <p:cNvSpPr>
            <a:spLocks noGrp="1"/>
          </p:cNvSpPr>
          <p:nvPr>
            <p:ph type="title"/>
          </p:nvPr>
        </p:nvSpPr>
        <p:spPr/>
        <p:txBody>
          <a:bodyPr/>
          <a:lstStyle/>
          <a:p>
            <a:r>
              <a:rPr lang="en-US" altLang="ko-KR" b="1">
                <a:solidFill>
                  <a:schemeClr val="accent2"/>
                </a:solidFill>
                <a:ea typeface="굴림" pitchFamily="-28" charset="-127"/>
                <a:cs typeface="굴림" pitchFamily="-28" charset="-127"/>
              </a:rPr>
              <a:t>Decoherence</a:t>
            </a:r>
          </a:p>
        </p:txBody>
      </p:sp>
      <p:sp>
        <p:nvSpPr>
          <p:cNvPr id="106499" name="Rectangle 3"/>
          <p:cNvSpPr>
            <a:spLocks noGrp="1"/>
          </p:cNvSpPr>
          <p:nvPr>
            <p:ph type="body" idx="1"/>
          </p:nvPr>
        </p:nvSpPr>
        <p:spPr/>
        <p:txBody>
          <a:bodyPr/>
          <a:lstStyle/>
          <a:p>
            <a:r>
              <a:rPr lang="en-US" altLang="ko-KR">
                <a:ea typeface="굴림" pitchFamily="-28" charset="-127"/>
                <a:cs typeface="굴림" pitchFamily="-28" charset="-127"/>
              </a:rPr>
              <a:t>Interactions with the environment typically causes a rapid vanishing of the diagonal terms in the density matrix of a physical system.</a:t>
            </a:r>
          </a:p>
          <a:p>
            <a:endParaRPr lang="en-US" altLang="ko-KR">
              <a:ea typeface="굴림" pitchFamily="-28" charset="-127"/>
              <a:cs typeface="굴림" pitchFamily="-28" charset="-127"/>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7523" name="Rectangle 3"/>
          <p:cNvSpPr>
            <a:spLocks/>
          </p:cNvSpPr>
          <p:nvPr/>
        </p:nvSpPr>
        <p:spPr bwMode="auto">
          <a:xfrm>
            <a:off x="468313" y="1700213"/>
            <a:ext cx="8207375" cy="3816350"/>
          </a:xfrm>
          <a:prstGeom prst="rect">
            <a:avLst/>
          </a:prstGeom>
          <a:noFill/>
          <a:ln w="9525">
            <a:noFill/>
            <a:miter lim="800000"/>
            <a:headEnd/>
            <a:tailEnd/>
          </a:ln>
        </p:spPr>
        <p:txBody>
          <a:bodyPr>
            <a:prstTxWarp prst="textNoShape">
              <a:avLst/>
            </a:prstTxWarp>
          </a:bodyPr>
          <a:lstStyle/>
          <a:p>
            <a:pPr marL="342900" indent="-342900"/>
            <a:r>
              <a:rPr lang="en-US" sz="3600" i="1">
                <a:solidFill>
                  <a:schemeClr val="tx1"/>
                </a:solidFill>
                <a:latin typeface="Calibri" pitchFamily="-28" charset="0"/>
              </a:rPr>
              <a:t>It is difficult  to isolate macroscopic objects from</a:t>
            </a:r>
            <a:r>
              <a:rPr lang="en-US" altLang="ko-KR" sz="3600" i="1">
                <a:solidFill>
                  <a:schemeClr val="tx1"/>
                </a:solidFill>
                <a:latin typeface="Calibri" pitchFamily="-28" charset="0"/>
              </a:rPr>
              <a:t> </a:t>
            </a:r>
            <a:r>
              <a:rPr lang="en-US" sz="3600" i="1">
                <a:solidFill>
                  <a:schemeClr val="tx1"/>
                </a:solidFill>
                <a:latin typeface="Calibri" pitchFamily="-28" charset="0"/>
              </a:rPr>
              <a:t>their environment.</a:t>
            </a:r>
            <a:endParaRPr lang="en-US" altLang="ko-KR" sz="3600" i="1">
              <a:solidFill>
                <a:schemeClr val="tx1"/>
              </a:solidFill>
              <a:latin typeface="Calibri" pitchFamily="-28" charset="0"/>
            </a:endParaRPr>
          </a:p>
          <a:p>
            <a:pPr marL="342900" indent="-342900" eaLnBrk="0" hangingPunct="0"/>
            <a:r>
              <a:rPr lang="en-US" sz="3600" i="1">
                <a:solidFill>
                  <a:schemeClr val="tx1"/>
                </a:solidFill>
                <a:latin typeface="Calibri" pitchFamily="-28" charset="0"/>
              </a:rPr>
              <a:t>Macroscopic quantum states decohere  </a:t>
            </a:r>
            <a:r>
              <a:rPr lang="en-US" altLang="ko-KR" sz="3600" i="1">
                <a:solidFill>
                  <a:schemeClr val="tx1"/>
                </a:solidFill>
                <a:latin typeface="Calibri" pitchFamily="-28" charset="0"/>
              </a:rPr>
              <a:t>much </a:t>
            </a:r>
            <a:r>
              <a:rPr lang="en-US" sz="3600" i="1">
                <a:solidFill>
                  <a:schemeClr val="tx1"/>
                </a:solidFill>
                <a:latin typeface="Calibri" pitchFamily="-28" charset="0"/>
              </a:rPr>
              <a:t>faster than microscopic states.</a:t>
            </a:r>
            <a:endParaRPr lang="en-US" altLang="ko-KR" sz="3600" i="1">
              <a:solidFill>
                <a:schemeClr val="tx1"/>
              </a:solidFill>
              <a:latin typeface="Calibri" pitchFamily="-2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8548" name="Rectangle 3"/>
          <p:cNvSpPr>
            <a:spLocks noGrp="1"/>
          </p:cNvSpPr>
          <p:nvPr>
            <p:ph type="body" sz="half" idx="1"/>
          </p:nvPr>
        </p:nvSpPr>
        <p:spPr>
          <a:xfrm>
            <a:off x="457200" y="1600200"/>
            <a:ext cx="4038600" cy="4525963"/>
          </a:xfrm>
        </p:spPr>
        <p:txBody>
          <a:bodyPr/>
          <a:lstStyle/>
          <a:p>
            <a:endParaRPr lang="en-US" altLang="ko-KR" sz="2800">
              <a:ea typeface="굴림" pitchFamily="-28" charset="-127"/>
              <a:cs typeface="굴림" pitchFamily="-28" charset="-127"/>
            </a:endParaRPr>
          </a:p>
          <a:p>
            <a:endParaRPr lang="en-US" altLang="ko-KR" sz="2800">
              <a:ea typeface="굴림" pitchFamily="-28" charset="-127"/>
              <a:cs typeface="굴림" pitchFamily="-28" charset="-127"/>
            </a:endParaRPr>
          </a:p>
        </p:txBody>
      </p:sp>
      <p:graphicFrame>
        <p:nvGraphicFramePr>
          <p:cNvPr id="108546" name="Object 2"/>
          <p:cNvGraphicFramePr>
            <a:graphicFrameLocks noChangeAspect="1"/>
          </p:cNvGraphicFramePr>
          <p:nvPr>
            <p:ph sz="quarter" idx="2"/>
          </p:nvPr>
        </p:nvGraphicFramePr>
        <p:xfrm>
          <a:off x="6419850" y="2590800"/>
          <a:ext cx="495300" cy="203200"/>
        </p:xfrm>
        <a:graphic>
          <a:graphicData uri="http://schemas.openxmlformats.org/presentationml/2006/ole">
            <p:oleObj spid="_x0000_s108546" name="Equation" r:id="rId3" imgW="495000" imgH="203040" progId="Equation.3">
              <p:embed/>
            </p:oleObj>
          </a:graphicData>
        </a:graphic>
      </p:graphicFrame>
      <p:pic>
        <p:nvPicPr>
          <p:cNvPr id="108549" name="Picture 4"/>
          <p:cNvPicPr>
            <a:picLocks noChangeAspect="1" noChangeArrowheads="1"/>
          </p:cNvPicPr>
          <p:nvPr/>
        </p:nvPicPr>
        <p:blipFill>
          <a:blip r:embed="rId4"/>
          <a:srcRect/>
          <a:stretch>
            <a:fillRect/>
          </a:stretch>
        </p:blipFill>
        <p:spPr bwMode="auto">
          <a:xfrm>
            <a:off x="684213" y="765175"/>
            <a:ext cx="7704137" cy="5097463"/>
          </a:xfrm>
          <a:prstGeom prst="rect">
            <a:avLst/>
          </a:prstGeom>
          <a:noFill/>
          <a:ln w="9525">
            <a:noFill/>
            <a:miter lim="800000"/>
            <a:headEnd/>
            <a:tailEnd/>
          </a:ln>
        </p:spPr>
      </p:pic>
      <p:pic>
        <p:nvPicPr>
          <p:cNvPr id="108550" name="Picture 11"/>
          <p:cNvPicPr>
            <a:picLocks noChangeAspect="1" noChangeArrowheads="1"/>
          </p:cNvPicPr>
          <p:nvPr/>
        </p:nvPicPr>
        <p:blipFill>
          <a:blip r:embed="rId5"/>
          <a:srcRect/>
          <a:stretch>
            <a:fillRect/>
          </a:stretch>
        </p:blipFill>
        <p:spPr bwMode="auto">
          <a:xfrm>
            <a:off x="468313" y="692150"/>
            <a:ext cx="8280400" cy="1589088"/>
          </a:xfrm>
          <a:prstGeom prst="rect">
            <a:avLst/>
          </a:prstGeom>
          <a:noFill/>
          <a:ln w="12700">
            <a:noFill/>
            <a:miter lim="800000"/>
            <a:headEnd type="none" w="lg" len="lg"/>
            <a:tailEnd type="none" w="lg" len="lg"/>
          </a:ln>
        </p:spPr>
      </p:pic>
      <p:graphicFrame>
        <p:nvGraphicFramePr>
          <p:cNvPr id="108547" name="Object 3"/>
          <p:cNvGraphicFramePr>
            <a:graphicFrameLocks noChangeAspect="1"/>
          </p:cNvGraphicFramePr>
          <p:nvPr/>
        </p:nvGraphicFramePr>
        <p:xfrm>
          <a:off x="7451725" y="1844675"/>
          <a:ext cx="863600" cy="354013"/>
        </p:xfrm>
        <a:graphic>
          <a:graphicData uri="http://schemas.openxmlformats.org/presentationml/2006/ole">
            <p:oleObj spid="_x0000_s108547" name="Equation" r:id="rId6" imgW="495000" imgH="203040" progId="Equation.3">
              <p:embed/>
            </p:oleObj>
          </a:graphicData>
        </a:graphic>
      </p:graphicFrame>
      <p:sp>
        <p:nvSpPr>
          <p:cNvPr id="108551" name="Rectangle 19"/>
          <p:cNvSpPr>
            <a:spLocks noGrp="1"/>
          </p:cNvSpPr>
          <p:nvPr>
            <p:ph type="title"/>
          </p:nvPr>
        </p:nvSpPr>
        <p:spPr>
          <a:xfrm>
            <a:off x="468313" y="333375"/>
            <a:ext cx="8229600" cy="1143000"/>
          </a:xfrm>
          <a:noFill/>
        </p:spPr>
        <p:txBody>
          <a:bodyPr/>
          <a:lstStyle/>
          <a:p>
            <a:r>
              <a:rPr lang="en-US" altLang="ko-KR" sz="3600" b="1">
                <a:solidFill>
                  <a:schemeClr val="accent2"/>
                </a:solidFill>
                <a:ea typeface="굴림" pitchFamily="-28" charset="-127"/>
                <a:cs typeface="굴림" pitchFamily="-28" charset="-127"/>
              </a:rPr>
              <a:t>Some examples with microscopic and macroscopic systems (Tegmark, 1993)</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9570" name="Rectangle 2"/>
          <p:cNvSpPr>
            <a:spLocks noGrp="1"/>
          </p:cNvSpPr>
          <p:nvPr>
            <p:ph type="title"/>
          </p:nvPr>
        </p:nvSpPr>
        <p:spPr>
          <a:xfrm>
            <a:off x="468313" y="333375"/>
            <a:ext cx="8229600" cy="1143000"/>
          </a:xfrm>
        </p:spPr>
        <p:txBody>
          <a:bodyPr/>
          <a:lstStyle/>
          <a:p>
            <a:r>
              <a:rPr lang="en-US" altLang="ko-KR" sz="4000" b="1">
                <a:solidFill>
                  <a:schemeClr val="accent2"/>
                </a:solidFill>
                <a:ea typeface="굴림" pitchFamily="-28" charset="-127"/>
                <a:cs typeface="굴림" pitchFamily="-28" charset="-127"/>
              </a:rPr>
              <a:t>Measurement problem             </a:t>
            </a:r>
            <a:r>
              <a:rPr lang="en-US" altLang="ko-KR" sz="2800" b="1">
                <a:solidFill>
                  <a:schemeClr val="accent2"/>
                </a:solidFill>
                <a:ea typeface="굴림" pitchFamily="-28" charset="-127"/>
                <a:cs typeface="굴림" pitchFamily="-28" charset="-127"/>
              </a:rPr>
              <a:t>(summarized by Schlosshauer)</a:t>
            </a:r>
          </a:p>
        </p:txBody>
      </p:sp>
      <p:sp>
        <p:nvSpPr>
          <p:cNvPr id="109571" name="Rectangle 4"/>
          <p:cNvSpPr>
            <a:spLocks/>
          </p:cNvSpPr>
          <p:nvPr/>
        </p:nvSpPr>
        <p:spPr bwMode="auto">
          <a:xfrm>
            <a:off x="539750" y="1773238"/>
            <a:ext cx="8208963" cy="4392612"/>
          </a:xfrm>
          <a:prstGeom prst="rect">
            <a:avLst/>
          </a:prstGeom>
          <a:noFill/>
          <a:ln w="9525">
            <a:noFill/>
            <a:miter lim="800000"/>
            <a:headEnd/>
            <a:tailEnd/>
          </a:ln>
        </p:spPr>
        <p:txBody>
          <a:bodyPr>
            <a:prstTxWarp prst="textNoShape">
              <a:avLst/>
            </a:prstTxWarp>
          </a:bodyPr>
          <a:lstStyle/>
          <a:p>
            <a:pPr marL="342900" indent="-342900" eaLnBrk="0" hangingPunct="0">
              <a:buFont typeface="Arial" pitchFamily="-28" charset="0"/>
              <a:buChar char="•"/>
            </a:pPr>
            <a:r>
              <a:rPr lang="en-US" altLang="ko-KR" sz="2300">
                <a:solidFill>
                  <a:schemeClr val="tx1"/>
                </a:solidFill>
                <a:latin typeface="Calibri" pitchFamily="-28" charset="0"/>
              </a:rPr>
              <a:t>The problem of outcomes</a:t>
            </a:r>
            <a:r>
              <a:rPr lang="en-US" altLang="ko-KR" sz="2300" b="0">
                <a:solidFill>
                  <a:schemeClr val="tx1"/>
                </a:solidFill>
                <a:latin typeface="Calibri" pitchFamily="-28" charset="0"/>
              </a:rPr>
              <a:t>: Why do measurements have outcomes at all, and what selects a particular outcome among the different possibilities described by the quantum probability distributions.</a:t>
            </a:r>
          </a:p>
          <a:p>
            <a:pPr marL="342900" indent="-342900" eaLnBrk="0" hangingPunct="0">
              <a:buFont typeface="Arial" pitchFamily="-28" charset="0"/>
              <a:buChar char="•"/>
            </a:pPr>
            <a:r>
              <a:rPr lang="en-US" altLang="ko-KR" sz="2300">
                <a:solidFill>
                  <a:schemeClr val="tx1"/>
                </a:solidFill>
                <a:latin typeface="Calibri" pitchFamily="-28" charset="0"/>
              </a:rPr>
              <a:t>The problem of nonobservability of interference</a:t>
            </a:r>
            <a:r>
              <a:rPr lang="en-US" altLang="ko-KR" sz="2300" b="0">
                <a:solidFill>
                  <a:schemeClr val="tx1"/>
                </a:solidFill>
                <a:latin typeface="Calibri" pitchFamily="-28" charset="0"/>
              </a:rPr>
              <a:t>:  Why is it so difficult to observe quantum interference effects, especially on macroscopic scale?</a:t>
            </a:r>
          </a:p>
          <a:p>
            <a:pPr marL="342900" indent="-342900" eaLnBrk="0" hangingPunct="0">
              <a:buFont typeface="Arial" pitchFamily="-28" charset="0"/>
              <a:buChar char="•"/>
            </a:pPr>
            <a:r>
              <a:rPr lang="en-US" altLang="ko-KR" sz="2300">
                <a:solidFill>
                  <a:schemeClr val="tx1"/>
                </a:solidFill>
                <a:latin typeface="Calibri" pitchFamily="-28" charset="0"/>
              </a:rPr>
              <a:t>The problem of preferred basis</a:t>
            </a:r>
            <a:r>
              <a:rPr lang="en-US" altLang="ko-KR" sz="2300" b="0">
                <a:solidFill>
                  <a:schemeClr val="tx1"/>
                </a:solidFill>
                <a:latin typeface="Calibri" pitchFamily="-28" charset="0"/>
              </a:rPr>
              <a:t>: What singles out the preferred physical quantities in nature? For example, why are physical systems usually observed to be in definite positions rather than in superpositions of positions?</a:t>
            </a:r>
          </a:p>
          <a:p>
            <a:pPr marL="342900" indent="-342900" eaLnBrk="0" hangingPunct="0">
              <a:buFont typeface="Arial" pitchFamily="-28" charset="0"/>
              <a:buChar char="•"/>
            </a:pPr>
            <a:endParaRPr lang="en-US" altLang="ko-KR" sz="2300" b="0">
              <a:solidFill>
                <a:schemeClr val="tx1"/>
              </a:solidFill>
              <a:latin typeface="Calibri" pitchFamily="-28"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0594" name="Rectangle 2"/>
          <p:cNvSpPr>
            <a:spLocks noGrp="1"/>
          </p:cNvSpPr>
          <p:nvPr>
            <p:ph type="title"/>
          </p:nvPr>
        </p:nvSpPr>
        <p:spPr/>
        <p:txBody>
          <a:bodyPr/>
          <a:lstStyle/>
          <a:p>
            <a:r>
              <a:rPr lang="en-US" altLang="ko-KR" sz="4000" b="1">
                <a:solidFill>
                  <a:schemeClr val="accent2"/>
                </a:solidFill>
                <a:ea typeface="굴림" pitchFamily="-28" charset="-127"/>
                <a:cs typeface="굴림" pitchFamily="-28" charset="-127"/>
              </a:rPr>
              <a:t>Measurement and decoherence</a:t>
            </a:r>
          </a:p>
        </p:txBody>
      </p:sp>
      <p:pic>
        <p:nvPicPr>
          <p:cNvPr id="110595" name="Picture 21"/>
          <p:cNvPicPr>
            <a:picLocks noChangeAspect="1" noChangeArrowheads="1"/>
          </p:cNvPicPr>
          <p:nvPr/>
        </p:nvPicPr>
        <p:blipFill>
          <a:blip r:embed="rId2"/>
          <a:srcRect/>
          <a:stretch>
            <a:fillRect/>
          </a:stretch>
        </p:blipFill>
        <p:spPr bwMode="auto">
          <a:xfrm>
            <a:off x="2124075" y="1628775"/>
            <a:ext cx="4535488" cy="1011238"/>
          </a:xfrm>
          <a:prstGeom prst="rect">
            <a:avLst/>
          </a:prstGeom>
          <a:noFill/>
          <a:ln w="12700">
            <a:noFill/>
            <a:miter lim="800000"/>
            <a:headEnd type="none" w="lg" len="lg"/>
            <a:tailEnd type="none" w="lg" len="lg"/>
          </a:ln>
        </p:spPr>
      </p:pic>
      <p:sp>
        <p:nvSpPr>
          <p:cNvPr id="110596" name="Rectangle 23"/>
          <p:cNvSpPr>
            <a:spLocks/>
          </p:cNvSpPr>
          <p:nvPr/>
        </p:nvSpPr>
        <p:spPr bwMode="auto">
          <a:xfrm>
            <a:off x="457200" y="2997200"/>
            <a:ext cx="8229600" cy="3128963"/>
          </a:xfrm>
          <a:prstGeom prst="rect">
            <a:avLst/>
          </a:prstGeom>
          <a:noFill/>
          <a:ln w="9525">
            <a:noFill/>
            <a:miter lim="800000"/>
            <a:headEnd/>
            <a:tailEnd/>
          </a:ln>
        </p:spPr>
        <p:txBody>
          <a:bodyPr>
            <a:prstTxWarp prst="textNoShape">
              <a:avLst/>
            </a:prstTxWarp>
          </a:bodyPr>
          <a:lstStyle/>
          <a:p>
            <a:pPr marL="342900" indent="-342900" eaLnBrk="0" hangingPunct="0">
              <a:buFont typeface="Arial" pitchFamily="-28" charset="0"/>
              <a:buChar char="•"/>
            </a:pPr>
            <a:r>
              <a:rPr lang="en-US" altLang="ko-KR" sz="3200" b="0">
                <a:solidFill>
                  <a:schemeClr val="tx1"/>
                </a:solidFill>
                <a:latin typeface="Calibri" pitchFamily="-28" charset="0"/>
              </a:rPr>
              <a:t>Consider the measuring device as a “quantum” system.</a:t>
            </a:r>
          </a:p>
          <a:p>
            <a:pPr marL="342900" indent="-342900" eaLnBrk="0" hangingPunct="0">
              <a:buFont typeface="Arial" pitchFamily="-28" charset="0"/>
              <a:buChar char="•"/>
            </a:pPr>
            <a:r>
              <a:rPr lang="en-US" altLang="ko-KR" sz="3200" b="0">
                <a:solidFill>
                  <a:schemeClr val="tx1"/>
                </a:solidFill>
                <a:latin typeface="Calibri" pitchFamily="-28" charset="0"/>
              </a:rPr>
              <a:t>Reduction is no longer needed.</a:t>
            </a:r>
          </a:p>
          <a:p>
            <a:pPr marL="342900" indent="-342900" eaLnBrk="0" hangingPunct="0">
              <a:buFont typeface="Arial" pitchFamily="-28" charset="0"/>
              <a:buChar char="•"/>
            </a:pPr>
            <a:r>
              <a:rPr lang="en-US" altLang="ko-KR" sz="3200" b="0">
                <a:solidFill>
                  <a:schemeClr val="tx1"/>
                </a:solidFill>
                <a:latin typeface="Calibri" pitchFamily="-28" charset="0"/>
              </a:rPr>
              <a:t>Von Neumann chain </a:t>
            </a:r>
          </a:p>
          <a:p>
            <a:pPr marL="342900" indent="-342900" eaLnBrk="0" hangingPunct="0">
              <a:buFont typeface="Arial" pitchFamily="-28" charset="0"/>
              <a:buChar char="•"/>
            </a:pPr>
            <a:endParaRPr lang="en-US" altLang="ko-KR" sz="3200" b="0">
              <a:solidFill>
                <a:schemeClr val="tx1"/>
              </a:solidFill>
              <a:latin typeface="Calibri" pitchFamily="-28"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1618" name="Rectangle 2"/>
          <p:cNvSpPr>
            <a:spLocks noGrp="1"/>
          </p:cNvSpPr>
          <p:nvPr>
            <p:ph type="title"/>
          </p:nvPr>
        </p:nvSpPr>
        <p:spPr>
          <a:xfrm>
            <a:off x="468313" y="476250"/>
            <a:ext cx="8229600" cy="1143000"/>
          </a:xfrm>
        </p:spPr>
        <p:txBody>
          <a:bodyPr/>
          <a:lstStyle/>
          <a:p>
            <a:r>
              <a:rPr lang="en-US" altLang="ko-KR" sz="3600" b="1">
                <a:solidFill>
                  <a:schemeClr val="accent2"/>
                </a:solidFill>
                <a:ea typeface="굴림" pitchFamily="-28" charset="-127"/>
                <a:cs typeface="굴림" pitchFamily="-28" charset="-127"/>
              </a:rPr>
              <a:t>Does the decohrence program resolve the measurement problem?</a:t>
            </a:r>
          </a:p>
        </p:txBody>
      </p:sp>
      <p:sp>
        <p:nvSpPr>
          <p:cNvPr id="111619" name="Rectangle 3"/>
          <p:cNvSpPr>
            <a:spLocks noGrp="1"/>
          </p:cNvSpPr>
          <p:nvPr>
            <p:ph type="body" idx="1"/>
          </p:nvPr>
        </p:nvSpPr>
        <p:spPr>
          <a:xfrm>
            <a:off x="468313" y="1989138"/>
            <a:ext cx="8229600" cy="4065587"/>
          </a:xfrm>
        </p:spPr>
        <p:txBody>
          <a:bodyPr/>
          <a:lstStyle/>
          <a:p>
            <a:pPr>
              <a:lnSpc>
                <a:spcPct val="80000"/>
              </a:lnSpc>
            </a:pPr>
            <a:r>
              <a:rPr lang="en-US" altLang="ko-KR" sz="2600">
                <a:ea typeface="굴림" pitchFamily="-28" charset="-127"/>
                <a:cs typeface="굴림" pitchFamily="-28" charset="-127"/>
              </a:rPr>
              <a:t>“A “collapse” in the traditional sense is no longer necessary. … The  emergence of “objective existence” [from decoherence] … significantly reduces and perhaps even eliminates the role of the “collapse” of the state vector.” (Zurek)</a:t>
            </a:r>
          </a:p>
          <a:p>
            <a:pPr>
              <a:lnSpc>
                <a:spcPct val="80000"/>
              </a:lnSpc>
            </a:pPr>
            <a:endParaRPr lang="en-US" altLang="ko-KR" sz="2600">
              <a:ea typeface="굴림" pitchFamily="-28" charset="-127"/>
              <a:cs typeface="굴림" pitchFamily="-28" charset="-127"/>
            </a:endParaRPr>
          </a:p>
          <a:p>
            <a:pPr>
              <a:lnSpc>
                <a:spcPct val="80000"/>
              </a:lnSpc>
            </a:pPr>
            <a:r>
              <a:rPr lang="en-US" altLang="ko-KR" sz="2600">
                <a:ea typeface="굴림" pitchFamily="-28" charset="-127"/>
                <a:cs typeface="굴림" pitchFamily="-28" charset="-127"/>
              </a:rPr>
              <a:t>“decoherence is able to solve practically all the problems of Measurement which have been discussed in the previous chapters.” (Auletta,</a:t>
            </a:r>
            <a:r>
              <a:rPr lang="en-US" altLang="ko-KR" sz="2800">
                <a:ea typeface="굴림" pitchFamily="-28" charset="-127"/>
                <a:cs typeface="굴림" pitchFamily="-28" charset="-127"/>
              </a:rPr>
              <a:t> </a:t>
            </a:r>
            <a:r>
              <a:rPr lang="en-US" altLang="ko-KR" sz="1600">
                <a:ea typeface="굴림" pitchFamily="-28" charset="-127"/>
                <a:cs typeface="굴림" pitchFamily="-28" charset="-127"/>
              </a:rPr>
              <a:t>“</a:t>
            </a:r>
            <a:r>
              <a:rPr lang="en-US" altLang="ko-KR" sz="1600" i="1">
                <a:ea typeface="굴림" pitchFamily="-28" charset="-127"/>
                <a:cs typeface="굴림" pitchFamily="-28" charset="-127"/>
              </a:rPr>
              <a:t>Foundations and Interpretation of Quantum Mechanics in the Light of a Critical-Historical Analysis of the Problems and of a Synthesis of the Results”</a:t>
            </a:r>
            <a:r>
              <a:rPr lang="en-US" altLang="ko-KR" sz="2400" i="1">
                <a:ea typeface="굴림" pitchFamily="-28" charset="-127"/>
                <a:cs typeface="굴림" pitchFamily="-28" charset="-127"/>
              </a:rPr>
              <a:t> </a:t>
            </a:r>
            <a:r>
              <a:rPr lang="en-US" altLang="ko-KR" sz="2000" i="1">
                <a:ea typeface="굴림" pitchFamily="-28" charset="-127"/>
                <a:cs typeface="굴림" pitchFamily="-28" charset="-127"/>
              </a:rPr>
              <a:t>2000</a:t>
            </a:r>
            <a:r>
              <a:rPr lang="en-US" altLang="ko-KR" sz="2800">
                <a:ea typeface="굴림" pitchFamily="-28" charset="-127"/>
                <a:cs typeface="굴림" pitchFamily="-28" charset="-127"/>
              </a:rPr>
              <a:t>)</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42" name="Rectangle 2"/>
          <p:cNvSpPr>
            <a:spLocks noGrp="1"/>
          </p:cNvSpPr>
          <p:nvPr>
            <p:ph type="title"/>
          </p:nvPr>
        </p:nvSpPr>
        <p:spPr>
          <a:xfrm>
            <a:off x="468313" y="447675"/>
            <a:ext cx="8229600" cy="1143000"/>
          </a:xfrm>
        </p:spPr>
        <p:txBody>
          <a:bodyPr/>
          <a:lstStyle/>
          <a:p>
            <a:r>
              <a:rPr lang="en-US" altLang="ko-KR" sz="3600" b="1">
                <a:solidFill>
                  <a:schemeClr val="accent2"/>
                </a:solidFill>
                <a:ea typeface="굴림" pitchFamily="-28" charset="-127"/>
                <a:cs typeface="굴림" pitchFamily="-28" charset="-127"/>
              </a:rPr>
              <a:t>Does the decohrence program resolve the measurement problem?</a:t>
            </a:r>
          </a:p>
        </p:txBody>
      </p:sp>
      <p:sp>
        <p:nvSpPr>
          <p:cNvPr id="112643" name="Rectangle 3"/>
          <p:cNvSpPr>
            <a:spLocks noGrp="1"/>
          </p:cNvSpPr>
          <p:nvPr>
            <p:ph type="body" idx="1"/>
          </p:nvPr>
        </p:nvSpPr>
        <p:spPr>
          <a:xfrm>
            <a:off x="468313" y="1773238"/>
            <a:ext cx="8229600" cy="4525962"/>
          </a:xfrm>
        </p:spPr>
        <p:txBody>
          <a:bodyPr/>
          <a:lstStyle/>
          <a:p>
            <a:pPr>
              <a:lnSpc>
                <a:spcPct val="80000"/>
              </a:lnSpc>
            </a:pPr>
            <a:r>
              <a:rPr lang="en-US" altLang="ko-KR" sz="2600">
                <a:ea typeface="굴림" pitchFamily="-28" charset="-127"/>
                <a:cs typeface="굴림" pitchFamily="-28" charset="-127"/>
              </a:rPr>
              <a:t>“Does decoherence solve the measurement problem? Clearly not. What decoherence tells us, is that certain objects appear classical when they are observed. But what is an observation? At some stage, we still have to apply the usual probability rules of quantum theory.” (Joos)</a:t>
            </a:r>
          </a:p>
          <a:p>
            <a:pPr>
              <a:lnSpc>
                <a:spcPct val="80000"/>
              </a:lnSpc>
            </a:pPr>
            <a:endParaRPr lang="en-US" altLang="ko-KR" sz="2600">
              <a:ea typeface="굴림" pitchFamily="-28" charset="-127"/>
              <a:cs typeface="굴림" pitchFamily="-28" charset="-127"/>
            </a:endParaRPr>
          </a:p>
          <a:p>
            <a:pPr>
              <a:lnSpc>
                <a:spcPct val="80000"/>
              </a:lnSpc>
            </a:pPr>
            <a:r>
              <a:rPr lang="en-US" altLang="ko-KR" sz="2600">
                <a:ea typeface="굴림" pitchFamily="-28" charset="-127"/>
                <a:cs typeface="굴림" pitchFamily="-28" charset="-127"/>
              </a:rPr>
              <a:t>“Decoherence by itself does not yet solve the measurement problem. … This argument is nonetheless found wide-spread in the literature. … It does seem that the measurement problem can only be resolved if the Schrödinger dynamics is supplemented by a nonunitary collapse.” (Zeh)</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1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Theme">
      <a:majorFont>
        <a:latin typeface="굴림"/>
        <a:ea typeface="굴림"/>
        <a:cs typeface="굴림"/>
      </a:majorFont>
      <a:minorFont>
        <a:latin typeface="굴림"/>
        <a:ea typeface="굴림"/>
        <a:cs typeface="굴림"/>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17579</TotalTime>
  <Words>2879</Words>
  <PresentationFormat>On-screen Show (4:3)</PresentationFormat>
  <Paragraphs>433</Paragraphs>
  <Slides>79</Slides>
  <Notes>0</Notes>
  <HiddenSlides>0</HiddenSlides>
  <MMClips>0</MMClips>
  <ScaleCrop>false</ScaleCrop>
  <HeadingPairs>
    <vt:vector size="8" baseType="variant">
      <vt:variant>
        <vt:lpstr>Fonts Used</vt:lpstr>
      </vt:variant>
      <vt:variant>
        <vt:i4>9</vt:i4>
      </vt:variant>
      <vt:variant>
        <vt:lpstr>Design Template</vt:lpstr>
      </vt:variant>
      <vt:variant>
        <vt:i4>2</vt:i4>
      </vt:variant>
      <vt:variant>
        <vt:lpstr>Embedded OLE Servers</vt:lpstr>
      </vt:variant>
      <vt:variant>
        <vt:i4>4</vt:i4>
      </vt:variant>
      <vt:variant>
        <vt:lpstr>Slide Titles</vt:lpstr>
      </vt:variant>
      <vt:variant>
        <vt:i4>79</vt:i4>
      </vt:variant>
    </vt:vector>
  </HeadingPairs>
  <TitlesOfParts>
    <vt:vector size="94" baseType="lpstr">
      <vt:lpstr>Verdana</vt:lpstr>
      <vt:lpstr>굴림</vt:lpstr>
      <vt:lpstr>Arial</vt:lpstr>
      <vt:lpstr>Calibri</vt:lpstr>
      <vt:lpstr>ＭＳ Ｐゴシック</vt:lpstr>
      <vt:lpstr>Times New Roman</vt:lpstr>
      <vt:lpstr>Wingdings</vt:lpstr>
      <vt:lpstr>휴먼편지체</vt:lpstr>
      <vt:lpstr>바탕</vt:lpstr>
      <vt:lpstr>Office Theme</vt:lpstr>
      <vt:lpstr>1_Office Theme</vt:lpstr>
      <vt:lpstr>MathType 5.0 Equation</vt:lpstr>
      <vt:lpstr>Microsoft Equation 3.0</vt:lpstr>
      <vt:lpstr>Microsoft Equation</vt:lpstr>
      <vt:lpstr>Microsoft ClipArt Gallery</vt:lpstr>
      <vt:lpstr>Measurement and Decoherence Theory</vt:lpstr>
      <vt:lpstr>Outline</vt:lpstr>
      <vt:lpstr>Stern-Gerlach experiment</vt:lpstr>
      <vt:lpstr>Slide 4</vt:lpstr>
      <vt:lpstr>Slide 5</vt:lpstr>
      <vt:lpstr>Slide 6</vt:lpstr>
      <vt:lpstr>Classical gun</vt:lpstr>
      <vt:lpstr>Slide 8</vt:lpstr>
      <vt:lpstr>Interference patterns with electrons</vt:lpstr>
      <vt:lpstr>The postulates of quantum mechanics</vt:lpstr>
      <vt:lpstr>Postulate 1: quantum state</vt:lpstr>
      <vt:lpstr>Postulate 2: dynamics</vt:lpstr>
      <vt:lpstr>Postulates 3 &amp; 4: observable and measurement</vt:lpstr>
      <vt:lpstr>Postulate 5: probabilities for measurements</vt:lpstr>
      <vt:lpstr>Postulate 6: reduction of state vector</vt:lpstr>
      <vt:lpstr>Pure and mixed systems</vt:lpstr>
      <vt:lpstr>Pure and mixed states</vt:lpstr>
      <vt:lpstr>Statistical mixture and quantum superposition</vt:lpstr>
      <vt:lpstr>Slide 19</vt:lpstr>
      <vt:lpstr>Degree of mixedness</vt:lpstr>
      <vt:lpstr>Entanglement</vt:lpstr>
      <vt:lpstr>Entanglement and classical correlation</vt:lpstr>
      <vt:lpstr>Partial trace</vt:lpstr>
      <vt:lpstr>Degree of entanglement (for pure states)</vt:lpstr>
      <vt:lpstr>Proper and improper mixtures (termed by d'Espagnat)</vt:lpstr>
      <vt:lpstr>Commutation relations</vt:lpstr>
      <vt:lpstr>Modern quantum optics version</vt:lpstr>
      <vt:lpstr>Modern quantum optics version</vt:lpstr>
      <vt:lpstr>Interaction free measurement</vt:lpstr>
      <vt:lpstr>Delayed-choice experiment (Wheeler):   quantum optics version</vt:lpstr>
      <vt:lpstr>Delayed-choice experiment (Wheeler):   quantum optics version</vt:lpstr>
      <vt:lpstr>Two BIG problems of quantum mechanics</vt:lpstr>
      <vt:lpstr>Slide 33</vt:lpstr>
      <vt:lpstr>Slide 34</vt:lpstr>
      <vt:lpstr>Stern-Gerlach experiment</vt:lpstr>
      <vt:lpstr>How can we understand this?</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Quantum mechanics vs local realism</vt:lpstr>
      <vt:lpstr>Bell’s inequality (Bell, 1964)</vt:lpstr>
      <vt:lpstr>What makes quantum theory quantum?</vt:lpstr>
      <vt:lpstr>Slide 59</vt:lpstr>
      <vt:lpstr>Two BIG problems of  quantum mechanics</vt:lpstr>
      <vt:lpstr>Slide 61</vt:lpstr>
      <vt:lpstr>Slide 62</vt:lpstr>
      <vt:lpstr>Slide 63</vt:lpstr>
      <vt:lpstr>Slide 64</vt:lpstr>
      <vt:lpstr>Slide 65</vt:lpstr>
      <vt:lpstr>Classical gun</vt:lpstr>
      <vt:lpstr>Feynman’s argument</vt:lpstr>
      <vt:lpstr>Slide 68</vt:lpstr>
      <vt:lpstr>Slide 69</vt:lpstr>
      <vt:lpstr>Slide 70</vt:lpstr>
      <vt:lpstr>Slide 71</vt:lpstr>
      <vt:lpstr>Slide 72</vt:lpstr>
      <vt:lpstr>Decoherence</vt:lpstr>
      <vt:lpstr>Slide 74</vt:lpstr>
      <vt:lpstr>Some examples with microscopic and macroscopic systems (Tegmark, 1993)</vt:lpstr>
      <vt:lpstr>Measurement problem             (summarized by Schlosshauer)</vt:lpstr>
      <vt:lpstr>Measurement and decoherence</vt:lpstr>
      <vt:lpstr>Does the decohrence program resolve the measurement problem?</vt:lpstr>
      <vt:lpstr>Does the decohrence program resolve the measurement problem?</vt:lpstr>
    </vt:vector>
  </TitlesOfParts>
  <Company>UQ</Company>
  <LinksUpToDate>false</LinksUpToDate>
  <SharedDoc>false</SharedDoc>
  <HyperlinksChanged>false</HyperlinksChanged>
  <AppVersion>12.0258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keywords/>
  <cp:lastModifiedBy>경원 안</cp:lastModifiedBy>
  <cp:revision>614</cp:revision>
  <dcterms:created xsi:type="dcterms:W3CDTF">2009-10-14T12:39:03Z</dcterms:created>
  <dcterms:modified xsi:type="dcterms:W3CDTF">2009-10-14T12:43:24Z</dcterms:modified>
</cp:coreProperties>
</file>